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5A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691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FOLLOW-UP  ·  에이전트 셋팅편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10312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작은 모델이 지휘한다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127248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비싼 모델을 기본값에서 끌어내리는 법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4041648"/>
            <a:ext cx="1463040" cy="45720"/>
          </a:xfrm>
          <a:prstGeom prst="rect">
            <a:avLst/>
          </a:prstGeom>
          <a:solidFill>
            <a:srgbClr val="5A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370832"/>
            <a:ext cx="104241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라우터 · 웹세션 위임 · 3줄 설명 · 배치 · 세션 리셋 — 실제 도는 코드로</a:t>
            </a:r>
          </a:p>
          <a:p>
            <a:pPr algn="l">
              <a:lnSpc>
                <a:spcPct val="115000"/>
              </a:lnSpc>
              <a:spcBef>
                <a:spcPts val="9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앞의 두 덱은 “요금을 어떻게 읽는가”였다. 이번엔 그 원칙을 매 요청마다 자동으로 적용하는 배선을 짠다.</a:t>
            </a:r>
          </a:p>
          <a:p>
            <a:pPr algn="l">
              <a:lnSpc>
                <a:spcPct val="115000"/>
              </a:lnSpc>
              <a:spcBef>
                <a:spcPts val="700"/>
              </a:spcBef>
            </a:pPr>
            <a:r>
              <a:rPr sz="1350" b="0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이 덱의 모든 슬라이드는 agent_setup/ 에 대응 코드가 있고, IDE에 바로 붙습니다. 검증 181건 전부 PASS — 라우터 98 · 프로토콜 61 · 공식 SDK 22.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0350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토큰 비용 최적화 네트워크 세션 · 후속편 · github.com/giyeop-cody/token-cost-lab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문제 재정의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기본값이 비싸다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8308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대부분의 팀은 "가장 좋은 모델 하나"를 골라 모든 요청에 쓴다. 파일 이름 바꾸기도, 아키텍처 설계도 같은 창구로 간다.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487168"/>
            <a:ext cx="10835640" cy="384048"/>
          </a:xfrm>
          <a:prstGeom prst="rect">
            <a:avLst/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" y="2569464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요청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14215" y="2569464"/>
            <a:ext cx="1965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실제 필요한 능력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63055" y="2569464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지금 (기본값)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06256" y="2569464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있어야 할 배선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871216"/>
            <a:ext cx="1083564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" y="2953512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파일 rename · grep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14215" y="2953512"/>
            <a:ext cx="1965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툴 호출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63055" y="295351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상위 모델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06256" y="295351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소형 / 코드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" y="3337560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결정된 스펙 구현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14215" y="3337560"/>
            <a:ext cx="1965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코드 생성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63055" y="3337560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상위 모델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06256" y="3337560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중간 모델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3639312"/>
            <a:ext cx="1083564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6" y="3721608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방금 짠 코드 설명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14215" y="3721608"/>
            <a:ext cx="1965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설명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63055" y="3721608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상위 모델 · 20줄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06256" y="3721608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소형 · 3줄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" y="4105656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아키텍처 트레이드오프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14215" y="4105656"/>
            <a:ext cx="1965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추론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63055" y="4105656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상위 모델 · 사고 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06256" y="4105656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웹 세션 위임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4407408"/>
            <a:ext cx="1083564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3816" y="4489704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40개 사이트 정규화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14215" y="4489704"/>
            <a:ext cx="1965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대량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63055" y="4489704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상위 모델 · 동기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06256" y="4489704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배치 −50%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5138928"/>
            <a:ext cx="10835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요청의 종류를 판정하는 데 드는 비용은 수십 토큰이다. 상위 모델 호출 한 번만 막아도 즉시 회수된다.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62636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앞 덱의 exp06 라우팅 실험: 요청 분배만으로 49~84% 절감. 이 덱은 그 배선을 자동화한다.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개념 정리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당신이 만든 것은 무엇인가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830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"이게 라우팅인가 리워크 플로우인가"— 셋은 층위가 다르다. 섞어 부르면 처방도 섞인다.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40280"/>
            <a:ext cx="3520440" cy="2542032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240280"/>
            <a:ext cx="50292" cy="2542032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" y="2478024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① 라우팅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6" y="3017520"/>
            <a:ext cx="2971800" cy="1627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요청 1건을 어느 모델로 보낼지 고른다.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대상: 단가 (모델 선택)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효과: −49~84% (exp06)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단위: 요청 하나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0832" y="2240280"/>
            <a:ext cx="3520440" cy="2542032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0832" y="2240280"/>
            <a:ext cx="50292" cy="254203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81728" y="2478024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② 리워크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1728" y="3017520"/>
            <a:ext cx="2971800" cy="1627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틀려서 되돌아온 일을 다시 시킨다.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대상: 횟수 (턴 반복)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효과: 48턴 = 16.6배 (exp09-C)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단위: 턴의 누적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55864" y="2240280"/>
            <a:ext cx="3465576" cy="2542032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55864" y="2240280"/>
            <a:ext cx="50292" cy="2542032"/>
          </a:xfrm>
          <a:prstGeom prst="rect">
            <a:avLst/>
          </a:prstGeom>
          <a:solidFill>
            <a:srgbClr val="5A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478024"/>
            <a:ext cx="29169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③ 워크플로우 컨트롤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3017520"/>
            <a:ext cx="2916936" cy="1627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파이프라인 전체를 지휘한다. ①②를 품는다.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대상: 구조 (무엇을·어디서·몇 번)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효과: 위 둘의 곱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단위: 세션 전체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983480"/>
            <a:ext cx="10835640" cy="91440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4983480"/>
            <a:ext cx="50292" cy="914400"/>
          </a:xfrm>
          <a:prstGeom prst="rect">
            <a:avLst/>
          </a:prstGeom>
          <a:solidFill>
            <a:srgbClr val="5A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129784"/>
            <a:ext cx="1033272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답: 당신이 설계한 것은 ③ 워크플로우 컨트롤이다.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라우팅은 그 안의 한 수단이고, 리워크는 그 컨트롤이 줄이려는 대상이다. "리워크 플로우"는 되돌아온 작업을 처리하는 흐름을 뜻하므로 목표가 아니라 실패 경로다.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2636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용어를 고정하면 측정 지표도 고정된다 — 라우팅은 요청당 단가, 리워크는 턴 수, 컨트롤은 작업당 총비용으로 잰다.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아키텍처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전체 배선도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작은 모델(또는 정규식)이 문 앞에 서서 분류한다. 그 판정 하나로 이후 비용이 결정된다.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86000"/>
            <a:ext cx="1828800" cy="68580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286000"/>
            <a:ext cx="45720" cy="685800"/>
          </a:xfrm>
          <a:prstGeom prst="rect">
            <a:avLst/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487168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사용자 요청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0360" y="2212848"/>
            <a:ext cx="2103120" cy="841248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880360" y="2212848"/>
            <a:ext cx="45720" cy="8412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72384" y="2359152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작은 모델 라우터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규칙 우선 → 애매하면 SLM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2032" y="248716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248716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0" y="3310128"/>
            <a:ext cx="1051560" cy="475488"/>
          </a:xfrm>
          <a:prstGeom prst="roundRect">
            <a:avLst>
              <a:gd name="adj" fmla="val 4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0" y="34290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추론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3328416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웹 세션 (Playwright)  ·  또는 상위 모델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0" y="3364992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종량 0원 / effort 제한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0" y="3895344"/>
            <a:ext cx="1051560" cy="475488"/>
          </a:xfrm>
          <a:prstGeom prst="roundRect">
            <a:avLst>
              <a:gd name="adj" fmla="val 4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0" y="4014215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구현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913631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중간 모델  ·  verbosity=low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0" y="3950207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조건부 격차 축소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0" y="4480560"/>
            <a:ext cx="1051560" cy="475488"/>
          </a:xfrm>
          <a:prstGeom prst="roundRect">
            <a:avLst>
              <a:gd name="adj" fmla="val 4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0" y="4599432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설명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4498848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소형 · 3줄 상한  ·  명시 요청 시만 full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0" y="4535424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−83% (exp05)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0" y="5065776"/>
            <a:ext cx="1051560" cy="475488"/>
          </a:xfrm>
          <a:prstGeom prst="roundRect">
            <a:avLst>
              <a:gd name="adj" fmla="val 4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0" y="518464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5084064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소형 · 가능하면 코드  ·  LLM 없이 결정적 처리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75520" y="5120640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호출 자체를 0으로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0" y="5650992"/>
            <a:ext cx="1051560" cy="475488"/>
          </a:xfrm>
          <a:prstGeom prst="roundRect">
            <a:avLst>
              <a:gd name="adj" fmla="val 4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0" y="5769864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대량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20840" y="56692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배치 (24h SLO)  ·  expire 폴백 필수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0" y="5705855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단가 −50%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5800" y="3310128"/>
            <a:ext cx="4297680" cy="137160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85800" y="3310128"/>
            <a:ext cx="45720" cy="137160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3474720"/>
            <a:ext cx="4023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세션 메모리 감시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같은 설명이 2회 반복되면 컨텍스트 오염 신호.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결론을 파일로 커밋 → 새 세션에서 그 파일만 읽힌다.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" y="4892040"/>
            <a:ext cx="4297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반복 설명은 두 배로 손해다.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출력 토큰을 다시 쓰고, 그 출력이 컨텍스트에 쌓여 이후 모든 턴의 입력 단가를 올린다.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" y="62636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agent_setup/router.py — route() 한 함수가 위 분기 전부를 담는다. 의존성 없음, 오프라인 동작.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구현 1/3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라우터 — 실제 코드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규칙이 먼저다. 정규식으로 잡히면 분류 비용이 0원이다. 못 잡을 때만 소형 모델을 부른다.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40280"/>
            <a:ext cx="6537960" cy="3611880"/>
          </a:xfrm>
          <a:prstGeom prst="roundRect">
            <a:avLst>
              <a:gd name="adj" fmla="val 5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240280"/>
            <a:ext cx="45720" cy="361188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395728"/>
            <a:ext cx="626364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00" b="0">
                <a:solidFill>
                  <a:srgbClr val="93A4B5"/>
                </a:solidFill>
                <a:latin typeface="Consolas"/>
                <a:ea typeface="Consolas"/>
                <a:cs typeface="Consolas"/>
              </a:rPr>
              <a:t>RULES = [   # 순서가 곧 우선순위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  (Kind.TOOL,      r"파일|경로|grep|검색해|커밋"),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  (Kind.BULK,      r"일괄|정규화|라벨링|\d{2,}(개|건)"),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  (Kind.REASONING, r"설계|아키텍처|트레이드오프"),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  (Kind.EXPLAIN,   r"설명|무슨 뜻|어떻게 동작"),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  (Kind.IMPLEMENT, r"구현|만들어|고쳐|리팩터|버그"),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]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def route(task, small_llm=None, *,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      allow_external=True):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kind, by = classify(task, small_llm)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if kind is Kind.REASONING and allow_external: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    return Decision(kind, Tier.EXTERNAL,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        {"mode": "web-chat"})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if kind is Kind.IMPLEMENT: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    return Decision(kind, Tier.MID,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        {"explain": "3-lines",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         "max_out_tok": 2500})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52360" y="2240280"/>
            <a:ext cx="4069080" cy="169164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52360" y="2240280"/>
            <a:ext cx="50292" cy="169164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63256" y="2478024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왜 규칙이 먼저인가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63256" y="3017520"/>
            <a:ext cx="3520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1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분류에 LLM을 쓰면 그 자체가 요청당 비용이다.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한국어 업무 요청 대다수는 동사 몇 개로 갈린다.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규칙 미스는 소형 모델이 받는다 — 2단 방어.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52360" y="4114800"/>
            <a:ext cx="4069080" cy="173736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52360" y="4114800"/>
            <a:ext cx="50292" cy="1737360"/>
          </a:xfrm>
          <a:prstGeom prst="rect">
            <a:avLst/>
          </a:prstGeom>
          <a:solidFill>
            <a:srgbClr val="FFB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63256" y="4352544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순서가 정확도를 만든다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63256" y="4892040"/>
            <a:ext cx="352044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1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한국어 업무 요청 10종: 10/10 일치.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"TODO 전부 grep"은 BULK가 아니라 TOOL이다.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겹치는 규칙은 좁은 쪽을 위로 올릴 것.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2636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규칙 기반 라우터의 버그는 대부분 순서 문제다. 규칙을 추가할 때마다 분류 테스트 98건을 다시 돌린다.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구현 2/3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추론은 정액제 창구로 — 그리고 그 대가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긴 추론은 종량 과금에서 가장 비싼 항목이다. 이미 결제 중인 웹 세션에서 끝내고 결론만 주입하면 그 항목이 0이 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12848"/>
            <a:ext cx="5532120" cy="196596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212848"/>
            <a:ext cx="50292" cy="196596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37744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방법 — 로그인된 세션 재사용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1. Playwright로 사용자 프로필 디렉터리를 열어 기존 로그인 쿠키를 그대로 쓴다.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2. 문제 정의를 붙여넣고 응답이 끝날 때까지 대기한다.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3. 결론을 spec.md로 저장 → 중간 모델에 입력으로 주입.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250" b="0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효과: 사고 토큰 과금 0. 앞 덱 실측에서 사고 자동 설정은 240배였다.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2212848"/>
            <a:ext cx="5120640" cy="196596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2212848"/>
            <a:ext cx="50292" cy="196596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2377440"/>
            <a:ext cx="47091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리스크 — 약관을 먼저 읽어라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OpenAI · Google 모두 이용약관에서 자동화된 수단으로의 서비스 접근·스크래핑을 제한한다. 계정 정지 사유가 될 수 있다.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업무 데이터를 개인 계정 웹 세션에 넣는 것은 별도의 보안·컴플라이언스 문제다.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250" b="0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조직 자산에 이 경로를 넣기 전에 법무·보안 확인을 받을 것.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370832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같은 효과를 내는 합법적 대안 — 이쪽을 기본값으로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754880"/>
            <a:ext cx="10835640" cy="347472"/>
          </a:xfrm>
          <a:prstGeom prst="rect">
            <a:avLst/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" y="4837176"/>
            <a:ext cx="28346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경로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31335" y="4837176"/>
            <a:ext cx="2286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이점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4837176"/>
            <a:ext cx="3063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비용 / 제약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6336" y="4837176"/>
            <a:ext cx="1920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권고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5102352"/>
            <a:ext cx="10835640" cy="347472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" y="5184648"/>
            <a:ext cx="28346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사람이 직접 웹에서 추론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31335" y="5184648"/>
            <a:ext cx="2286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약관 문제 없음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5184648"/>
            <a:ext cx="3063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수동 복붙 1회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46336" y="5184648"/>
            <a:ext cx="1920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권장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816" y="5532120"/>
            <a:ext cx="28346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API + effort 제한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31335" y="5532120"/>
            <a:ext cx="2286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완전 합법 · 자동화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5532120"/>
            <a:ext cx="3063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사고 토큰 일부 과금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46336" y="5532120"/>
            <a:ext cx="1920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권장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5797296"/>
            <a:ext cx="10835640" cy="347472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3816" y="5879592"/>
            <a:ext cx="28346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Batch API로 추론 위임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31335" y="5879592"/>
            <a:ext cx="2286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단가 −50%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0216" y="5879592"/>
            <a:ext cx="3063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지연 최대 24h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46336" y="5879592"/>
            <a:ext cx="1920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조건부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816" y="6227064"/>
            <a:ext cx="28346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Playwright 자동 조작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31335" y="6227064"/>
            <a:ext cx="2286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종량 0원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0216" y="6227064"/>
            <a:ext cx="3063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약관 위반 소지 · 정지 위험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46336" y="6227064"/>
            <a:ext cx="1920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비권장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6419088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이 슬라이드는 "하지 말라"가 아니라 "알고 고르라"는 뜻이다. 개인 실험과 조직 배포의 기준은 다르다.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구현 티어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구현은 중간 모델로 내려도 되나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스펙이 정해진 구현은 상위 모델을 덜 탄다. 다만 무조건은 아니다.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194560"/>
            <a:ext cx="5349240" cy="1051560"/>
          </a:xfrm>
          <a:prstGeom prst="roundRect">
            <a:avLst>
              <a:gd name="adj" fmla="val 5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194560"/>
            <a:ext cx="45720" cy="105156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340864"/>
            <a:ext cx="4937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이렇게 내리면 사고가 난다 (✗)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4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"스펙만 정해졌으면 아무 모델이나 된다"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2194560"/>
            <a:ext cx="5321808" cy="1051560"/>
          </a:xfrm>
          <a:prstGeom prst="roundRect">
            <a:avLst>
              <a:gd name="adj" fmla="val 5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9632" y="2194560"/>
            <a:ext cx="45720" cy="105156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40864"/>
            <a:ext cx="4937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내려도 되는 기준 (○)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4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세 조건이 동시에 만족될 때 격차가 좁혀지거나 역전된다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3557015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9848" y="3456432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① 스펙이 확정됐을 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730752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요구사항 분류 과제에서 8B와 상위 모델의 F1 격차는 평균 0.02. 판단이 끝난 일은 크기를 덜 탄다.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4215384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9848" y="411480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② 출력 검증 수단이 있을 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" y="438912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단위 테스트로 후보를 거를 수 있으면, 고정 컴퓨트 예산에서 7~13B가 34~70B를 최대 15% 상회한다.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4873752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9848" y="4773168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③ 임계 크기 이상일 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5047488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3B 미만은 유의하게 떨어진다. 단 Qwen2.5-Coder 1.5B처럼 7B급을 이기는 반례도 있다 — 크기보다 학습 품질.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486400"/>
            <a:ext cx="10835640" cy="749808"/>
          </a:xfrm>
          <a:prstGeom prst="roundRect">
            <a:avLst>
              <a:gd name="adj" fmla="val 5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85800" y="5486400"/>
            <a:ext cx="50292" cy="749808"/>
          </a:xfrm>
          <a:prstGeom prst="rect">
            <a:avLst/>
          </a:prstGeom>
          <a:solidFill>
            <a:srgbClr val="FFB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5614416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반대 방향 근거 — pass@1을 10% 올리려면 VRAM 약 4배가 필요하고, Rosetta Code 번역에서는 파라미터 수에 따라 성능이 계속 스케일한다. 스펙이 모호하거나 다단계 추론이 필요하면 격차는 그대로 남는다.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6455664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출처: arXiv 2507.03160 · 2404.00725 · 2510.21443 · Neurocomputing S0925231225021332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비동기 처리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배치 — 단가는 반값, 시간은 약속이 아니다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반값은 사실이다. 문제는 언제 끝나는지를 아무도 약속하지 않는다는 것이다.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286000"/>
            <a:ext cx="5943600" cy="384048"/>
          </a:xfrm>
          <a:prstGeom prst="rect">
            <a:avLst/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" y="2368296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벤더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14016" y="2368296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할인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2368296"/>
            <a:ext cx="1508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공식 창구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28616" y="2368296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주의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670048"/>
            <a:ext cx="594360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" y="2752344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OpenAI Batch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14016" y="2752344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−50%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36976" y="2752344"/>
            <a:ext cx="1508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24시간 내 완료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28616" y="2752344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미완 시 expired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" y="3136391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Google Gemini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14016" y="3136391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−50%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36976" y="3136391"/>
            <a:ext cx="1508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SLO 24시간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28616" y="3136391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대형 잡은 분할 권장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3438144"/>
            <a:ext cx="594360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6" y="3520439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xAI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14016" y="3520439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−50%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36976" y="3520439"/>
            <a:ext cx="1508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대부분 24시간 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28616" y="3520439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best effort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" y="3904487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Anthropic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14016" y="3904487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−50%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36976" y="3904487"/>
            <a:ext cx="1508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24시간 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28616" y="3904487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대부분 1시간 내 종료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12280" y="2286000"/>
            <a:ext cx="4709160" cy="1874519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812280" y="2286000"/>
            <a:ext cx="50292" cy="1874519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23176" y="2523744"/>
            <a:ext cx="4160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실제로 깨진 사례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23176" y="3063240"/>
            <a:ext cx="4160520" cy="960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2025년 2월, 기존 1~2시간에 끝나던 잡이 24시간에 근접.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expire 비율이 0%에서 25% 이상으로 악화된 사례 다수 보고.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대응: 배치 크기를 절반으로 줄이거나 모델 버전을 고정.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434340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그래서 배치는 세 조건을 모두 만족할 때만 쓴다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855464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69848" y="475488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① 턴 간 의존이 없을 것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9848" y="502920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에이전트형 다단계 작업은 매 턴 배치 대기가 누적돼 수 시간~수일이 된다. 부적합.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5404104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" y="530352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② 마감이 없을 것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9848" y="557784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자료조사 · 분류 · 정규화 · 임베딩처럼 사람이 기다리지 않는 일.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5952744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69848" y="585216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③ expire 재시도 경로를 설계할 것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9848" y="612648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"N시간 내 미완이면 동기 처리로 전환"을 코드에 넣는다 — fallback: sync-after-2h.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6455664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출처: OpenAI/Google/xAI 배치 공식 문서 · OpenAI 커뮤니티 지연 스레드(2025-02) · Inspect AI 배치 가이드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구현 3/3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출력을 막는 두 개의 밸브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프롬프트로 "짧게 답해"라고 부탁하는 것은 지켜지지 않는다. 코드로 잘라야 지켜진다.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12848"/>
            <a:ext cx="5532120" cy="210312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212848"/>
            <a:ext cx="50292" cy="2103120"/>
          </a:xfrm>
          <a:prstGeom prst="rect">
            <a:avLst/>
          </a:prstGeom>
          <a:solidFill>
            <a:srgbClr val="FFB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377440"/>
            <a:ext cx="51206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밸브 1 — 설명 3줄 상한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5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def explain_guard(text, max_lines=3):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lines = [비어있지 않은 줄들]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if len(lines) &lt;= max_lines: return 그대로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return 앞 3줄 + "(+N줄 생략 — '자세히'로 재요청)"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구현 직후의 관성적 설명은 소형 모델 + 3줄. "자세히 / 깊게 / 문서로"가 있을 때만 full.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2212848"/>
            <a:ext cx="5120640" cy="210312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2212848"/>
            <a:ext cx="50292" cy="210312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2377440"/>
            <a:ext cx="47091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밸브 2 — 세션 위생 (리셋은 마지막 수단)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같은 설명이 반복되면 → 컴팩션. 세션은 살려두고 결론만 남긴다.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50" b="0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리셋은 완료된 결과가 원하던 방향이 아닐 때만 건다.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검증 실패는 방향 문제가 아니다 → 리셋 말고 리워크.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반복을 곧바로 리셋으로 처리하면 아직 쓸모 있는 맥락까지 버린다.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526280"/>
            <a:ext cx="3520440" cy="1417320"/>
          </a:xfrm>
          <a:prstGeom prst="roundRect">
            <a:avLst>
              <a:gd name="adj" fmla="val 8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745736"/>
            <a:ext cx="3520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−83%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458968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장황 342tok → 간결 58tok (exp05)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70832" y="4526280"/>
            <a:ext cx="3520440" cy="1417320"/>
          </a:xfrm>
          <a:prstGeom prst="roundRect">
            <a:avLst>
              <a:gd name="adj" fmla="val 8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70832" y="4745736"/>
            <a:ext cx="3520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3회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0832" y="5458968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동일 설명 반복 시 컴팩션 (리셋 아님)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55864" y="4526280"/>
            <a:ext cx="3465576" cy="1417320"/>
          </a:xfrm>
          <a:prstGeom prst="roundRect">
            <a:avLst>
              <a:gd name="adj" fmla="val 8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55864" y="4745736"/>
            <a:ext cx="346557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16.6배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55864" y="5458968"/>
            <a:ext cx="34655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48턴 리워크의 비용 (exp09-C)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17220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재생성한 출력은 다시 입력이 되어 이후 모든 턴의 단가를 올린다. 그렇다고 세션을 통째로 버리면 맥락 재장전 비용을 또 문다 — 그래서 컴팩션이 먼저다.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리워크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실패하면 — 한 칸에 하나씩만 올린다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라우팅은 첫 배정만 정한다. 돈이 실제로 타는 곳은 실패하고 다시 시작하는 구간이다.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148840"/>
            <a:ext cx="5394960" cy="86868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148840"/>
            <a:ext cx="50292" cy="86868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276856"/>
            <a:ext cx="502920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흔한 실패 (✗)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첫 실패에 곧바로 모델을 올리고 세션까지 새로 연다. 싸게 끝날 일을 비싸게 만든다.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148840"/>
            <a:ext cx="5349240" cy="86868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2148840"/>
            <a:ext cx="50292" cy="86868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276856"/>
            <a:ext cx="498348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해야 할 일 (○)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축은 셋 — 재시도 · 범위 · 모델. 한 칸에 하나씩만 움직인다.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154680"/>
            <a:ext cx="10835640" cy="347472"/>
          </a:xfrm>
          <a:prstGeom prst="rect">
            <a:avLst/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" y="3236976"/>
            <a:ext cx="8686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시도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65376" y="3236976"/>
            <a:ext cx="960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티어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08376" y="3236976"/>
            <a:ext cx="31089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다시 여는 범위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3236976"/>
            <a:ext cx="731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세션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14616" y="3236976"/>
            <a:ext cx="4251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이번에 올리는 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3502152"/>
            <a:ext cx="10835640" cy="347472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" y="3584448"/>
            <a:ext cx="8686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1회차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65376" y="3584448"/>
            <a:ext cx="960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MID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08376" y="3584448"/>
            <a:ext cx="31089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실패한 함수/블록만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0216" y="3584448"/>
            <a:ext cx="731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유지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4616" y="3584448"/>
            <a:ext cx="4251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첫 배정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3931920"/>
            <a:ext cx="8686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2회차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65376" y="3931920"/>
            <a:ext cx="960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MID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08376" y="3931920"/>
            <a:ext cx="31089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실패한 함수/블록만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0216" y="3931920"/>
            <a:ext cx="731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유지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14616" y="3931920"/>
            <a:ext cx="4251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재시도 — 실패 로그·diff만 추가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4197096"/>
            <a:ext cx="10835640" cy="347472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3816" y="4279392"/>
            <a:ext cx="8686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3회차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65376" y="4279392"/>
            <a:ext cx="960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MID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08376" y="4279392"/>
            <a:ext cx="31089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파일 전체 + 호출부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0216" y="4279392"/>
            <a:ext cx="731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새 세션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14616" y="4279392"/>
            <a:ext cx="4251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범위 ↑  (모델은 그대로)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3816" y="4626864"/>
            <a:ext cx="8686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4회차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65376" y="4626864"/>
            <a:ext cx="960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LARGE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008376" y="4626864"/>
            <a:ext cx="31089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파일 전체 + 호출부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0216" y="4626864"/>
            <a:ext cx="731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새 세션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214616" y="4626864"/>
            <a:ext cx="4251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모델 ↑  (범위는 그대로)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85800" y="4892040"/>
            <a:ext cx="10835640" cy="347472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3816" y="4974336"/>
            <a:ext cx="8686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5회차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65376" y="4974336"/>
            <a:ext cx="960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중단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008376" y="4974336"/>
            <a:ext cx="31089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스펙으로 복귀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0216" y="4974336"/>
            <a:ext cx="731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새 세션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214616" y="4974336"/>
            <a:ext cx="4251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구현을 더 시키지 않는다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85800" y="5349240"/>
            <a:ext cx="10835640" cy="749808"/>
          </a:xfrm>
          <a:prstGeom prst="roundRect">
            <a:avLst>
              <a:gd name="adj" fmla="val 5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85800" y="5349240"/>
            <a:ext cx="50292" cy="749808"/>
          </a:xfrm>
          <a:prstGeom prst="rect">
            <a:avLst/>
          </a:prstGeom>
          <a:solidFill>
            <a:srgbClr val="FFB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60120" y="5458968"/>
            <a:ext cx="104241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짧은 리워크에는 값을 물리지 않는다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1회 실패로 끝나면 사다리 비용은 제자리 재시도와 정확히 같다($0.0545). 리셋은 3회차부터라 맥락 재장전 입력도 그때 처음 붙는다.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" y="6199632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세션 리셋은 실패 횟수가 아니라 방향이 어긋났을 때 건다 — 검증 실패는 결함이고, 결함은 같은 맥락 안에서 고치는 편이 싸다.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리워크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사다리는 비싸질까 — 숫자로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"단계를 밟다 보면 비용이 폭발하지 않나" — 정당한 우려다. 측정해서 답한다.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240280"/>
            <a:ext cx="6858000" cy="310896"/>
          </a:xfrm>
          <a:prstGeom prst="rect">
            <a:avLst/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" y="232257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실패 횟수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34056" y="2322576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제자리 재시도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5696" y="2322576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사다리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17336" y="2322576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배수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551176"/>
            <a:ext cx="6858000" cy="310896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" y="2633472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0회 (성공)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34056" y="2633472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$0.0272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5696" y="2633472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$0.0272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17336" y="2633472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동일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" y="2944368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1회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34056" y="2944368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$0.0545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25696" y="2944368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$0.0385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17336" y="2944368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0.71배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3172968"/>
            <a:ext cx="6858000" cy="310896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6" y="3255264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2회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34056" y="3255264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$0.0818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25696" y="3255264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$0.0519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17336" y="3255264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0.63배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" y="3566160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3회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3566160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$0.1090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5696" y="3566160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$0.1106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17336" y="3566160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1.01배 ← 최악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3794760"/>
            <a:ext cx="6858000" cy="310896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3816" y="387705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4회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34056" y="3877056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$0.1363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25696" y="3877056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$0.1106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17336" y="3877056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0.81배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3816" y="4187952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10회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34056" y="4187952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$0.2998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25696" y="4187952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$0.1106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17336" y="4187952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0.37배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5800" y="4416552"/>
            <a:ext cx="6858000" cy="310896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3816" y="4498848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48회 (exp09-C)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34056" y="4498848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$1.3353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25696" y="4498848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$0.1106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17336" y="4498848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0.08배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818120" y="2240280"/>
            <a:ext cx="3703320" cy="1170432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818120" y="2240280"/>
            <a:ext cx="50292" cy="1170432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129016" y="2478024"/>
            <a:ext cx="3154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① 리워크 턴은 짧게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29016" y="3017520"/>
            <a:ext cx="31546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진단+패치 900토큰 상한.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818120" y="3566160"/>
            <a:ext cx="3703320" cy="1170432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818120" y="3566160"/>
            <a:ext cx="50292" cy="1170432"/>
          </a:xfrm>
          <a:prstGeom prst="rect">
            <a:avLst/>
          </a:prstGeom>
          <a:solidFill>
            <a:srgbClr val="FFB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129016" y="3803904"/>
            <a:ext cx="3154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② 상한이 걸린다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29016" y="4343400"/>
            <a:ext cx="31546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5회차에 멈춰 $0.1106에서 정지.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85800" y="4846320"/>
            <a:ext cx="10835640" cy="123444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85800" y="4846320"/>
            <a:ext cx="50292" cy="1234440"/>
          </a:xfrm>
          <a:prstGeom prst="rect">
            <a:avLst/>
          </a:prstGeom>
          <a:solidFill>
            <a:srgbClr val="5A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60120" y="4956048"/>
            <a:ext cx="10424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③ 공정하게 비교하면 — 출력 상한은 제자리 재시도에도 걸 수 있다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48회 기준   제자리 $1.3353  →  제자리+출력상한 $0.5673  →  사다리 $0.1106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0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난제 시나리오 기대비용   제자리 $0.0661 (미해결 7.1%)  vs  사다리 $0.0475 (미해결 0.7%)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1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절감의 대부분은 “출력을 짧게”에서 나오고, 사다리가 따로 기여하는 것은 멈출 지점을 정해 꼬리를 자르는 일이다.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시연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라이브 — 지금 돌려봅니다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python3 agent_setup/test_router.py — 의존성 없음. 인터넷 없어도 돕니다.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40280"/>
            <a:ext cx="7086600" cy="3639312"/>
          </a:xfrm>
          <a:prstGeom prst="roundRect">
            <a:avLst>
              <a:gd name="adj" fmla="val 5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240280"/>
            <a:ext cx="45720" cy="3639312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676656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15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[1] 분류 정확도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36D399"/>
                </a:solidFill>
                <a:latin typeface="Consolas"/>
                <a:ea typeface="Consolas"/>
                <a:cs typeface="Consolas"/>
              </a:rPr>
              <a:t>  PASS  결제 모듈 아키텍처 설계 트레이드오프 정리해줘  → reasoning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36D399"/>
                </a:solidFill>
                <a:latin typeface="Consolas"/>
                <a:ea typeface="Consolas"/>
                <a:cs typeface="Consolas"/>
              </a:rPr>
              <a:t>  PASS  스펙대로 핸들러 구현해줘                    → implement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36D399"/>
                </a:solidFill>
                <a:latin typeface="Consolas"/>
                <a:ea typeface="Consolas"/>
                <a:cs typeface="Consolas"/>
              </a:rPr>
              <a:t>  PASS  방금 짠 코드 설명해줘                       → explain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36D399"/>
                </a:solidFill>
                <a:latin typeface="Consolas"/>
                <a:ea typeface="Consolas"/>
                <a:cs typeface="Consolas"/>
              </a:rPr>
              <a:t>  PASS  src 밑에서 TODO 전부 grep 해줘             → tool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36D399"/>
                </a:solidFill>
                <a:latin typeface="Consolas"/>
                <a:ea typeface="Consolas"/>
                <a:cs typeface="Consolas"/>
              </a:rPr>
              <a:t>  PASS  경쟁사 40개 가격 페이지 조사해서 정규화해줘   → bulk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[2] 라우팅 티어      [3] 설명 3줄 강제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[4] 세션 리셋 트리거  [5] 비용 산식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[6] 리워크 에스컬레이션  [7] 손익분기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FFB04D"/>
                </a:solidFill>
                <a:latin typeface="Consolas"/>
                <a:ea typeface="Consolas"/>
                <a:cs typeface="Consolas"/>
              </a:rPr>
              <a:t>        전부 LARGE $0.4845 → 라우팅 $0.0559  (88.5% 절감)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    사다리 3턴 $0.0519 = 제자리 2턴 $0.0545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FFB04D"/>
                </a:solidFill>
                <a:latin typeface="Consolas"/>
                <a:ea typeface="Consolas"/>
                <a:cs typeface="Consolas"/>
              </a:rPr>
              <a:t>  98건 중 98 PASS / 0 FAIL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01000" y="2240280"/>
            <a:ext cx="3520440" cy="178308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01000" y="2240280"/>
            <a:ext cx="50292" cy="1783080"/>
          </a:xfrm>
          <a:prstGeom prst="rect">
            <a:avLst/>
          </a:prstGeom>
          <a:solidFill>
            <a:srgbClr val="5A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11896" y="2478024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시연 순서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1896" y="3017520"/>
            <a:ext cx="29718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1. router.py — 5개 요청의 행선지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2. 같은 작업을 3번 실패시켜 사다리 관찰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3. IDE에서 같은 판단이 나오는지 확인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4160520"/>
            <a:ext cx="3520440" cy="178308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01000" y="4160520"/>
            <a:ext cx="50292" cy="1783080"/>
          </a:xfrm>
          <a:prstGeom prst="rect">
            <a:avLst/>
          </a:prstGeom>
          <a:solidFill>
            <a:srgbClr val="FFB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11896" y="4398264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숫자를 읽는 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1896" y="4937759"/>
            <a:ext cx="29718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88.5%는 "전부 상위 모델" 대비 추정치다.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실제 절감폭은 요청 구성비에 따라 달라진다.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PRICES 상수를 각자 단가로 바꿔 다시 재라.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053328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agent_setup/router.py (라우터) · test_router.py (98건) · mcp_server.py + test_mcp.py (61건) — 저장소에 그대로 들어 있습니다.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연동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실제 IDE에 붙이기 — MCP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지금까지는 라이브러리였습니다. 에이전트가 스스로 부르게 하려면 배선이 필요합니다.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40280"/>
            <a:ext cx="5440680" cy="1810512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240280"/>
            <a:ext cx="50292" cy="1810512"/>
          </a:xfrm>
          <a:prstGeom prst="rect">
            <a:avLst/>
          </a:prstGeom>
          <a:solidFill>
            <a:srgbClr val="5A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" y="2478024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왜 MCP인가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6" y="3017520"/>
            <a:ext cx="4892040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Antigravity가 외부 로직을 받아들이는 표면은 MCP 하나다.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모델 선택을 가로채는 훅은 공개돼 있지 않다.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그래서 라우터를 "도구"로 노출해 에이전트가 묻게 만든다.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2240280"/>
            <a:ext cx="5212080" cy="1810512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2240280"/>
            <a:ext cx="50292" cy="1810512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0256" y="2478024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API 키가 필요 없다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0256" y="3017520"/>
            <a:ext cx="4663440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이 서버는 모델을 호출하지 않는다. 판단만 돌려준다.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어디로 보낼지 · 몇 토큰까지 쓸지 · 지금 리셋할지.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실제 호출은 이미 구독 중인 에이전트가 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206240"/>
            <a:ext cx="5440680" cy="1481328"/>
          </a:xfrm>
          <a:prstGeom prst="roundRect">
            <a:avLst>
              <a:gd name="adj" fmla="val 5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4206240"/>
            <a:ext cx="45720" cy="14813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334256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100" b="0">
                <a:solidFill>
                  <a:srgbClr val="93A4B5"/>
                </a:solidFill>
                <a:latin typeface="Consolas"/>
                <a:ea typeface="Consolas"/>
                <a:cs typeface="Consolas"/>
              </a:rPr>
              <a:t>// &lt;프로젝트&gt;/.agents/mcp_config.json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0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{ "mcpServers": {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0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    "token-router": {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0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      "command": "python3",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0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      "args": ["/abs/path/mcp_server.py"]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}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} }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0" y="4206240"/>
            <a:ext cx="5212080" cy="320040"/>
          </a:xfrm>
          <a:prstGeom prst="rect">
            <a:avLst/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37376" y="4288536"/>
            <a:ext cx="1325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위치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46136" y="4288536"/>
            <a:ext cx="2240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경로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69296" y="4288536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비고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09360" y="4526279"/>
            <a:ext cx="5212080" cy="320040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37376" y="4608575"/>
            <a:ext cx="1325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전역 (2.0)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46136" y="4608575"/>
            <a:ext cx="2240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~/.gemini/config/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69296" y="4608575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권장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37376" y="4928615"/>
            <a:ext cx="1325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워크스페이스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46136" y="4928615"/>
            <a:ext cx="2240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&lt;프로젝트&gt;/.agents/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69296" y="4928615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팀 공유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5166359"/>
            <a:ext cx="5212080" cy="320040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37376" y="5248655"/>
            <a:ext cx="1325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레거시 1.x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46136" y="5248655"/>
            <a:ext cx="2240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~/.gemini/antigravity/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69296" y="5248655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조용히 무시됨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5559552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원격 서버는 키가 serverUrl 이다.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1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url · httpUrl 은 안 먹는다. 다른 IDE 예제를 그대로 붙이면 여기서 막힌다.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053328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python3 agent_setup/install_antigravity.py — 설정 파일을 찾아 병합해 등록합니다. 기존 서버는 보존, 재실행해도 안전. 저장 후 에디터 재시작.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연동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붙이면 무엇이 달라지나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에이전트가 매 작업마다 라우터에게 먼저 묻고, 그 답을 지킵니다.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212848"/>
            <a:ext cx="10835640" cy="329184"/>
          </a:xfrm>
          <a:prstGeom prst="rect">
            <a:avLst/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" y="2295144"/>
            <a:ext cx="1645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언제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2616" y="2295144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도구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28616" y="2295144"/>
            <a:ext cx="41605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무슨 답이 오나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72016" y="2295144"/>
            <a:ext cx="2194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역할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542032"/>
            <a:ext cx="10835640" cy="329184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" y="2624327"/>
            <a:ext cx="1645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작업 시작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42616" y="2624327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route_task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28616" y="2624327"/>
            <a:ext cx="41605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어느 티어로 · 출력 몇 토큰까지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72016" y="2624327"/>
            <a:ext cx="2194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배정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" y="2953511"/>
            <a:ext cx="1645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실패했을 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42616" y="2953511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rework_next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28616" y="2953511"/>
            <a:ext cx="41605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사다리에서 다음 한 칸만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72016" y="2953511"/>
            <a:ext cx="2194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에스컬레이션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3200400"/>
            <a:ext cx="10835640" cy="329184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6" y="3282696"/>
            <a:ext cx="1645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매 턴 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42616" y="3282696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session_check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28616" y="3282696"/>
            <a:ext cx="41605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continue / compact / reset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72016" y="3282696"/>
            <a:ext cx="2194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세션 위생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" y="3611879"/>
            <a:ext cx="1645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설명할 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42616" y="3611879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trim_explain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28616" y="3611879"/>
            <a:ext cx="41605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요청 없으면 3줄로 자름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72016" y="3611879"/>
            <a:ext cx="2194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출력 상한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3858768"/>
            <a:ext cx="10835640" cy="329184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3816" y="3941063"/>
            <a:ext cx="1645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회고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42616" y="3941063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cost_report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28616" y="3941063"/>
            <a:ext cx="41605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무엇을 아꼈는지 집계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72016" y="3941063"/>
            <a:ext cx="2194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측정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5800" y="4462272"/>
            <a:ext cx="6720840" cy="1572768"/>
          </a:xfrm>
          <a:prstGeom prst="roundRect">
            <a:avLst>
              <a:gd name="adj" fmla="val 5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85800" y="4462272"/>
            <a:ext cx="50292" cy="157276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0120" y="4572000"/>
            <a:ext cx="6309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"규격에 맞다"고 말하려면 남의 구현이 붙어야 한다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4919472"/>
            <a:ext cx="42976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1층  자체 프로토콜 왕복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2층  공식 MCP SDK 클라이언트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3층  공식 Inspector (IDE 경로)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4층  설정 파일에서 출발한 연결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0" y="4919472"/>
            <a:ext cx="182880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61/61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22/22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도구 5개 인식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연결·호출 확인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635240" y="4462272"/>
            <a:ext cx="3886200" cy="1572768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635240" y="4462272"/>
            <a:ext cx="50292" cy="1572768"/>
          </a:xfrm>
          <a:prstGeom prst="rect">
            <a:avLst/>
          </a:prstGeom>
          <a:solidFill>
            <a:srgbClr val="FFB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946136" y="4700016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디버깅은 각오할 것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46136" y="5239512"/>
            <a:ext cx="33375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1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연결 실패가 UI에 안 뜬다. 로그는 stderr.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6144768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bash agent_setup/verify_all.sh — 네 층위를 한 번에 돌립니다. AGENTS.md를 워크스페이스에 두면 도구 호출 시점까지 강제됩니다.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도입 순서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내일부터 뭘 켜나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전부 한 번에 켜지 않는다. 위험이 낮고 효과가 즉시 보이는 것부터.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212848"/>
            <a:ext cx="10835640" cy="384048"/>
          </a:xfrm>
          <a:prstGeom prst="rect">
            <a:avLst/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" y="2295144"/>
            <a:ext cx="868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시점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65376" y="2295144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무엇을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42816" y="2295144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어떻게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43216" y="2295144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기대 효과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12096" y="2295144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주의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2596896"/>
            <a:ext cx="1083564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" y="2679191"/>
            <a:ext cx="868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1일차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65376" y="2679191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설명 3줄 상한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42816" y="2679191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프롬프트 + 후처리 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43216" y="2679191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즉시 −40~60% 출력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12096" y="2679191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없음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3063239"/>
            <a:ext cx="868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1주차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65376" y="3063239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규칙 기반 라우팅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42816" y="3063239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route() 붙이고 로그만 남김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43216" y="3063239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측정 먼저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12096" y="3063239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오분류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3364991"/>
            <a:ext cx="1083564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6" y="3447287"/>
            <a:ext cx="868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2주차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65376" y="3447287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라우팅 실제 적용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42816" y="3447287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툴·설명부터 소형으로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43216" y="3447287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−49~84%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12096" y="3447287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품질 회귀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" y="3831335"/>
            <a:ext cx="868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3주차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65376" y="3831335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세션 리셋 자동화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42816" y="3831335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반복 감지 → 커밋 → 재시작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43216" y="3831335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컨텍스트 단가 억제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12096" y="3831335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맥락 유실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85800" y="4133087"/>
            <a:ext cx="1083564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3816" y="4215383"/>
            <a:ext cx="868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4주차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65376" y="4215383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배치 도입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42816" y="4215383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마감 없는 대량 작업만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43216" y="4215383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−50%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12096" y="4215383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expired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3816" y="4599431"/>
            <a:ext cx="868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보류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865376" y="4599431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웹 세션 자동 조작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42816" y="4599431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법무 확인 전까지 수동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43216" y="4599431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종량 0원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912096" y="4599431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약관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85800" y="5212080"/>
            <a:ext cx="10835640" cy="868680"/>
          </a:xfrm>
          <a:prstGeom prst="roundRect">
            <a:avLst>
              <a:gd name="adj" fmla="val 5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85800" y="5212080"/>
            <a:ext cx="50292" cy="86868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60120" y="5358384"/>
            <a:ext cx="10424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측정 없이 켜지 마라.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3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1주차에 로그만 남기는 이유가 이것이다. 라우팅 전후의 요청당 비용과 리워크 턴 수를 같이 재야, 절감이 진짜인지 품질을 팔아 산 것인지 구분된다.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5800" y="62636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되돌릴 수 있게 만들어라 — route()가 항상 상위 모델을 반환하도록 하는 킬 스위치 하나면 롤백이 끝난다.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마무리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066543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196596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작은 모델은 답을 만드는 게 아니라 교통을 정리한다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2240279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분류에 드는 수십 토큰이 상위 모델 호출 하나를 막으면 즉시 회수된다.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724912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9848" y="2624328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당신이 만든 것은 워크플로우 컨트롤이다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898648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라우팅은 그 안의 수단이고, 리워크는 그것이 줄이려는 대상이다.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383279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9848" y="3282696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구현 티어는 조건을 확인하고 내린다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" y="3557015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스펙 확정 · 검증 수단 · 임계 크기 — 셋이 모일 때만 중간 모델로 내려도 안전하다.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41648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9848" y="3941064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배치는 단가를 반으로 줄이지만 시간은 약속하지 않는다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4215384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expired가 실제로 난다. 폴백 없는 배치는 파이프라인을 멈춘다.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700016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9848" y="4599431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밸브는 프롬프트가 아니라 코드로 잠근다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873751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3줄 상한과 세션 리셋은 부탁이 아니라 후처리로 강제해야 지켜진다.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440680"/>
            <a:ext cx="10835640" cy="822960"/>
          </a:xfrm>
          <a:prstGeom prst="roundRect">
            <a:avLst>
              <a:gd name="adj" fmla="val 5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5440680"/>
            <a:ext cx="50292" cy="822960"/>
          </a:xfrm>
          <a:prstGeom prst="rect">
            <a:avLst/>
          </a:prstGeom>
          <a:solidFill>
            <a:srgbClr val="5A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5596128"/>
            <a:ext cx="104241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세 덱을 관통하는 한 문장 — AI가 나쁜 게 아니라 우리가 견적서를 안 읽은 것이다.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419088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본편(22장) · 보너스(10장) · 후속(15장) — 각각 독립 발표 가능합니다.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Q &amp; 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20240"/>
            <a:ext cx="6949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코드는 전부 저장소에 있습니다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606040"/>
            <a:ext cx="694944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agent_setup/router.py — 라우터 · 3줄 밸브 · 세션 메모리 · 비용 추정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agent_setup/mcp_server.py — 이 라우터를 MCP 도구 5개로 노출 (의존성 0)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test_router.py 98건 · test_mcp.py 61건 — 전부 PASS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presentation/deckgen/ — 이 덱들을 만든 빌드 스크립트 전부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b="0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PRICES 상수만 각자 단가로 바꾸면 자기 팀 숫자가 나옵니다.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029200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가져가실 것 하나만 고르라면 — 설명 3줄 상한.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오늘 오후에 켤 수 있고, 되돌리는 데 1분 걸립니다.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79408" y="2212848"/>
            <a:ext cx="1975104" cy="19751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qr_re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286000"/>
            <a:ext cx="1828800" cy="1828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823960" y="424281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github.com/giyeop-cody/token-cost-lab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0936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감사합니다.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