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agent_setup/router.py 에 대응 코드가 있습니다. 검증 32/32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판정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 테스트: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초기엔 "TODO 전부 grep"을 BULK로 오분류 →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TOOL 규칙을 BULK보다 앞에 두어 해결.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오분류 사례를 남겨두는 이유 — 규칙 기반 라우터는 순서 버그가 대부분이다. 테스트가 그것을 잡는다.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"결정된 사항은 성능차가 없다"— 절반만 맞다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원안의 주장을 그대로 싣지 않았다. 논문 4편을 확인한 결과, 조건을 붙여야 참이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원안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"코딩은 이미 결정된 사항에서는 성능차가 없다"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정밀화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근거도 같이 본다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"24시간이라지만 보통 10분 이내 시작"— 이 부분도 확인이 필요했다.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벌어진 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리셋 트리거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답변을 정규화(공백·문장부호 제거)해 해시로 기록.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해시가 2회 등장 = 메모리에 있는 내용을 다시 생성 중.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→ 결론을 파일로 커밋하고 새 세션 시작. 이월 대상은 specs/*.md와 마지막 결정 사항뿐.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표기만 바꾼 재설명도 잡힌다 — "검증합니다." vs "검증합니다!!" 동일 판정.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리셋 발동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리셋을 미루면 손해가 복리로 붙는다 — 재생성한 출력이 다시 입력이 되어 이후 모든 턴의 단가를 올린다.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42900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429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432304"/>
            <a:ext cx="67665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기준선 $0.6500 → 라우팅 $0.0437  (93.3% 절감)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32건 중 32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test_router.py — 32건 검증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규칙 하나를 깨뜨려 FAIL 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93.3%는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9436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agent_setup/test_router.py (검증 32건) — 저장소에 그대로 들어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36829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36829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3682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7523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7523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7523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7523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1363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1363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1363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1363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5204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5204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5204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5204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9044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9044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9044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9044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8853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8853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8853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8853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6725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6725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6725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6725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6725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"성능차 없음"이 아니라 "조건부 격차 축소"다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후속(12장) — 각각 독립 발표 가능합니다.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agent_setup/test_router.py — 검증 32건 (32/32 PASS)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presentation/build/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