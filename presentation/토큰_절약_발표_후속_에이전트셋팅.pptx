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agent_setup/router.py 에 대응 코드가 있습니다. 검증 56/56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리셋 트리거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답변을 정규화(공백·문장부호 제거)해 해시로 기록.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해시가 2회 등장 = 메모리에 있는 내용을 다시 생성 중.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→ 결론을 파일로 커밋하고 새 세션 시작. 이월 대상은 specs/*.md와 마지막 결정 사항뿐.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표기만 바꾼 재설명도 잡힌다 — "검증합니다." vs "검증합니다!!" 동일 판정.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리셋 발동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리셋을 미루면 손해가 복리로 붙는다 — 재생성한 출력이 다시 입력이 되어 이후 모든 턴의 단가를 올린다.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모델만 올리지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50292" cy="9144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범위에 더 비싼 모델을 다시 넣는다.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3492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94560"/>
            <a:ext cx="50292" cy="9144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40864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범위와 티어를 같이 올린다. 2회 이상 실패는 범위가 잘못 잘린 신호다.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1012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39242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2536" y="3392424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3392424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3392424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바뀌는 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9417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77647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2536" y="377647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7016" y="3776472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6" y="3776472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" y="416052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02536" y="416052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7016" y="4160520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4656" y="4160520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실패 로그·diff 첨부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6227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54456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2536" y="454456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7016" y="4544568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모듈 + 인접 계약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34656" y="4544568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테스트 먼저 작성 강제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4928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02536" y="49286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4928616"/>
            <a:ext cx="379475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34656" y="4928616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모델을 더 올리지 않는다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230368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230368"/>
            <a:ext cx="50292" cy="8686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0120" y="5358384"/>
            <a:ext cx="10424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솔직히 — 이건 절감책이 아니라 보험이다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턴당 단가는 오른다(2회차 3.28배). 대신 4회차에서 구현을 멈추므로 총비용이 $0.21에서 상한이 걸린다. 제자리 재시도는 상한이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측정 지표는 비용이 아니라 같은 작업이 몇 번 돌아왔는가다 — exp09-C의 48턴 리워크(16.6배)가 그 경고다.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에스컬레이션은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"비싼 모델로 올리면 비용이 폭발하지 않나" — 정당한 우려다. 세 가지로 나눠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3832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78608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60904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6090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6090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60904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99232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99232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99232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99232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2.14배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55264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337560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337560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337560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337560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2.61배 ← 최악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675888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675888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675888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675888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1.96배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931920"/>
            <a:ext cx="6858000" cy="33832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01421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401421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4014216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4014216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 ← 역전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352544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35254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352544"/>
            <a:ext cx="1508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$0.2132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352544"/>
            <a:ext cx="137160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0.16배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2240280"/>
            <a:ext cx="3703320" cy="13258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18120" y="2240280"/>
            <a:ext cx="50292" cy="13258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최악은 2.6배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3017520"/>
            <a:ext cx="3154679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실패 2회 구간이 가장 불리.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절대값 $0.08 → $0.21 (13센트).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3675887"/>
            <a:ext cx="370332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8120" y="3675887"/>
            <a:ext cx="50292" cy="17373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29016" y="3913631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9016" y="4453127"/>
            <a:ext cx="31546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4회차에 구현을 멈춘다.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$0.2132에서 정지.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제자리는 선형으로 계속 오른다.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4736592"/>
            <a:ext cx="685800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4736592"/>
            <a:ext cx="50292" cy="13716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4855464"/>
            <a:ext cx="64922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진짜 비용은 미해결 잔여다 (난제 시나리오, 4턴 소진 후)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 재시도  기대 $0.0804  —  41.0% 확률로 여전히 미해결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에스컬레이션   기대 $0.1335  —   1.4% 미해결, 스펙 문서가 남음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개발자 1시간 $50 기준 41% × 1h = $20.5 기대손실. 토큰 5센트를 아끼려다 $20를 태운다.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 — 에스컬레이션은 평균 비용을 낮추는 장치가 아니라 꼬리 위험을 자르는 장치다. 절감은 라우팅이, 사고 방지는 이쪽이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기준선 $0.6500 → 라우팅 $0.0437  (93.3%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에스컬 3턴 $0.2132 = 제자리 8턴 $0.2180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56건 중 56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에스컬레이션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규칙 하나를 깨뜨려 FAIL 재현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93.3%는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agent_setup/test_router.py (검증 56건)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agent_setup/test_router.py — 검증 56건 (56/56 PASS)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