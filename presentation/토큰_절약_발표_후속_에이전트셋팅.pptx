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 에 대응 코드가 있고, IDE에 바로 붙습니다. 검증 159건 전부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한 칸에 하나씩만 올린다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올리고 세션까지 새로 연다. 싸게 끝날 일을 비싸게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축은 셋 — 재시도 · 범위 · 모델. 한 칸에 하나씩만 움직인다.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23697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3697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23697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올리는 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58444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358444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584448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584448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39319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93192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8376" y="3931920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4616" y="3931920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재시도 — 실패 로그·diff만 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7939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65376" y="4279392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4279392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4616" y="4279392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범위 ↑  (모델은 그대로)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46268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62686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8376" y="462686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626864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14616" y="4626864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 ↑  (범위는 그대로)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92040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497433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5회차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5376" y="497433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08376" y="497433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97433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97433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4924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458968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짧은 리워크에는 값을 물리지 않는다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실패로 끝나면 사다리 비용은 제자리 재시도와 정확히 같다($0.0545). 리셋은 3회차부터라 맥락 재장전 입력도 그때 처음 붙는다.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3347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$0.0385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443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25526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0.63배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56616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1.01배 ← 최악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387705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0.81배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18795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0.37배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449884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0.08배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리워크 턴은 짧게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진단+패치 900토큰 상한.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5회차에 멈춰 $0.1106에서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공정하게 비교하면 — 출력 상한은 제자리 재시도에도 걸 수 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48회 기준   제자리 $1.3353  →  제자리+출력상한 $0.5673  →  사다리 $0.1106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난제 시나리오 기대비용   제자리 $0.0661 (미해결 7.1%)  vs  사다리 $0.0475 (미해결 0.7%)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절감의 대부분은 “출력을 짧게”에서 나오고, 사다리가 따로 기여하는 것은 멈출 지점을 정해 꼬리를 자르는 일이다.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전부 LARGE $0.4845 → 라우팅 $0.0559  (88.5%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사다리 3턴 $0.0519 = 제자리 2턴 $0.0545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98건 중 98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사다리 관찰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IDE에서 같은 판단이 나오는지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88.5%는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test_router.py (98건) · mcp_server.py + test_mcp.py (61건)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 IDE에 붙이기 —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지금까지는 라이브러리였습니다. 에이전트가 스스로 부르게 하려면 배선이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54406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181051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MCP인가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48920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Antigravity가 외부 로직을 받아들이는 표면은 MCP 하나다.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모델 선택을 가로채는 훅은 공개돼 있지 않다.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그래서 라우터를 "도구"로 노출해 에이전트가 묻게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240280"/>
            <a:ext cx="52120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50292" cy="18105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4780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키가 필요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017520"/>
            <a:ext cx="46634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서버는 모델을 호출하지 않는다. 판단만 돌려준다.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어디로 보낼지 · 몇 토큰까지 쓸지 · 지금 리셋할지.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호출은 이미 구독 중인 에이전트가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06240"/>
            <a:ext cx="45720" cy="14813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// &lt;프로젝트&gt;/.agents/mcp_config.json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{ "mcpServers":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"token-router":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"command": "python3",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"args": ["/abs/path/mcp_server.py"]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} 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212080" cy="320040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4288536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4288536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9296" y="42885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52627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460857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전역 (2.0)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6136" y="460857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~/.gemini/config/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9296" y="460857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492861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워크스페이스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492861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&lt;프로젝트&gt;/.agents/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9296" y="492861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팀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16635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524865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레거시 1.x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6136" y="524865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~/.gemini/antigravity/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9296" y="524865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조용히 무시됨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55955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원격 서버는 키가 serverUrl 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url · httpUrl 은 안 먹는다. 다른 IDE 예제를 그대로 붙이면 여기서 막힌다.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agent_setup/install_antigravity.py — 설정 파일을 찾아 병합해 등록합니다. 기존 서버는 보존, 재실행해도 안전. 저장 후 에디터 재시작.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붙이면 무엇이 달라지나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에이전트가 매 작업마다 라우터에게 먼저 묻고, 그 답을 지킵니다.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36829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8616" y="2368296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무슨 답이 오나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작업 시작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75234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route_task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752344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어느 티어로 · 출력 몇 토큰까지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201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3136391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rework_next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3136391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사다리에서 다음 한 칸만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매 턴 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520439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session_check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20439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continue / compact / reset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 위생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3904487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trim_explain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8616" y="3904487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요청 없으면 3줄로 자름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201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출력 상한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8853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회고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2616" y="428853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cost_report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8616" y="4288536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무엇을 아꼈는지 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663440"/>
            <a:ext cx="5440680" cy="120700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663440"/>
            <a:ext cx="50292" cy="1207008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6696" y="4901183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규칙을 문서로도 준다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" y="5440679"/>
            <a:ext cx="4892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AGENTS.md를 워크스페이스에 두면 도구를 언제 부를지까지 지킨다.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4663440"/>
            <a:ext cx="5212080" cy="120700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50292" cy="12070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0256" y="4901183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디버깅은 각오할 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0256" y="5440679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MCP 연결 실패가 UI에 잘 안 뜬다. 로그는 stderr로 직접 확인.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agent_setup/test_mcp.py — 서버를 실제 프로세스로 띄워 프로토콜 왕복까지 검사합니다 (61/61 PASS).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agent_setup/mcp_server.py — 이 라우터를 MCP 도구 5개로 노출 (의존성 0)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test_router.py 98건 · test_mcp.py 61건 — 전부 PASS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