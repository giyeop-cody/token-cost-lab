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agent_setup/router.py 에 대응 코드가 있습니다. 검증 32/32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판정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 테스트: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초기엔 "TODO 전부 grep"을 BULK로 오분류 →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TOOL 규칙을 BULK보다 앞에 두어 해결.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오분류 사례를 남겨두는 이유 — 규칙 기반 라우터는 순서 버그가 대부분이다. 테스트가 그것을 잡는다.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"결정된 사항은 성능차가 없다"— 절반만 맞다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원안의 주장을 그대로 싣지 않았다. 논문 4편을 확인한 결과, 조건을 붙여야 참이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원안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"코딩은 이미 결정된 사항에서는 성능차가 없다"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정밀화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근거도 같이 본다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"24시간이라지만 보통 10분 이내 시작"— 이 부분도 확인이 필요했다.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벌어진 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리셋 트리거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답변을 정규화(공백·문장부호 제거)해 해시로 기록.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해시가 2회 등장 = 메모리에 있는 내용을 다시 생성 중.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→ 결론을 파일로 커밋하고 새 세션 시작. 이월 대상은 specs/*.md와 마지막 결정 사항뿐.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표기만 바꾼 재설명도 잡힌다 — "검증합니다." vs "검증합니다!!" 동일 판정.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리셋 발동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리셋을 미루면 손해가 복리로 붙는다 — 재생성한 출력이 다시 입력이 되어 이후 모든 턴의 단가를 올린다.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실패하면 — 모델만 올리지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첫 배정만 정한다. 돈이 실제로 타는 곳은 실패하고 다시 시작하는 구간이다.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9496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50292" cy="9144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흔한 실패 (✗)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범위에 더 비싼 모델을 다시 넣는다.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94560"/>
            <a:ext cx="53492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94560"/>
            <a:ext cx="50292" cy="9144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40864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해야 할 일 (○)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범위와 티어를 같이 올린다. 2회 이상 실패는 범위가 잘못 잘린 신호다.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31012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39242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2536" y="3392424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티어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6" y="3392424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다시 여는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4656" y="3392424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이번에 바뀌는 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9417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377647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2536" y="377647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7016" y="3776472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656" y="3776472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첫 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" y="416052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02536" y="416052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7016" y="4160520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34656" y="4160520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실패 로그·diff 첨부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46227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" y="454456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02536" y="454456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7016" y="4544568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모듈 + 인접 계약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34656" y="4544568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테스트 먼저 작성 강제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4928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02536" y="492861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중단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7016" y="4928616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스펙으로 복귀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34656" y="4928616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모델을 더 올리지 않는다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230368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5230368"/>
            <a:ext cx="50292" cy="8686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" y="5358384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솔직히 — 이건 절감책이 아니라 보험이다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턴당 단가는 오른다(2회차 3.28배). 대신 4회차에서 구현을 멈추므로 총비용이 $0.21에서 상한이 걸린다. 제자리 재시도는 상한이 없다.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1996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측정 지표는 비용이 아니라 같은 작업이 몇 번 돌아왔는가다 — exp09-C의 48턴 리워크(16.6배)가 그 경고다.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에스컬레이션은 비싸질까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"비싼 모델로 올리면 비용이 폭발하지 않나" — 정당한 우려다. 세 가지로 나눠 답한다.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6858000" cy="33832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2257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실패 횟수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2322576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제자리 재시도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22576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에스컬레이션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322576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78608"/>
            <a:ext cx="6858000" cy="33832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60904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0회 (성공)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2660904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660904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2660904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99232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4056" y="2999232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999232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2999232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2.14배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255264"/>
            <a:ext cx="6858000" cy="33832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337560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3337560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3337560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$0.2132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7336" y="3337560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2.61배 ← 최악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675888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3675888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675888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$0.2132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3675888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1.96배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931920"/>
            <a:ext cx="6858000" cy="33832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01421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4056" y="4014216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$0.2998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5696" y="4014216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4014216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0.71배 ← 역전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352544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48회 (exp09-C)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4056" y="4352544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$1.3353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352544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$0.2132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4352544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0.16배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2240280"/>
            <a:ext cx="3703320" cy="13258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18120" y="2240280"/>
            <a:ext cx="50292" cy="13258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29016" y="247802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최악은 2.6배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9016" y="3017520"/>
            <a:ext cx="3154679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실패 2회 구간이 가장 불리.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절대값 $0.08 → $0.21 (13센트).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8120" y="3675887"/>
            <a:ext cx="370332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18120" y="3675887"/>
            <a:ext cx="50292" cy="17373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29016" y="3913631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상한이 걸린다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29016" y="4453127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4회차에 구현을 멈춘다.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$0.2132에서 정지.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제자리는 선형으로 계속 오른다.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4736592"/>
            <a:ext cx="685800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4736592"/>
            <a:ext cx="50292" cy="13716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4855464"/>
            <a:ext cx="64922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③ 진짜 비용은 미해결 잔여다 (난제 시나리오, 4턴 소진 후)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제자리 재시도  기대 $0.0804  —  41.0% 확률로 여전히 미해결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에스컬레이션   기대 $0.1335  —   1.4% 미해결, 스펙 문서가 남음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개발자 1시간 $50 기준 41% × 1h = $20.5 기대손실. 토큰 5센트를 아끼려다 $20를 태운다.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 — 에스컬레이션은 평균 비용을 낮추는 장치가 아니라 꼬리 위험을 자르는 장치다. 절감은 라우팅이, 사고 방지는 이쪽이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42900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429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432304"/>
            <a:ext cx="67665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기준선 $0.6500 → 라우팅 $0.0437  (93.3% 절감)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32건 중 32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test_router.py — 32건 검증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규칙 하나를 깨뜨려 FAIL 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93.3%는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9436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agent_setup/test_router.py (검증 32건) — 저장소에 그대로 들어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68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36829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36829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3682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7004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7523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752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7523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7523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7523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1363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1363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1363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1363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1363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438144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5204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5204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5204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5204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5204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9044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9044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9044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9044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9044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206240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8853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88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8853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8853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8853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6725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6725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6725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6725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6725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"성능차 없음"이 아니라 "조건부 격차 축소"다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후속(12장) — 각각 독립 발표 가능합니다.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agent_setup/test_router.py — 검증 32건 (32/32 PASS)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presentation/build/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