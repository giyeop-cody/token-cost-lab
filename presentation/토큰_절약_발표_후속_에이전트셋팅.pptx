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FOLLOW-UP  ·  에이전트 셋팅편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작은 모델이 지휘한다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12724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비싼 모델을 기본값에서 끌어내리는 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041648"/>
            <a:ext cx="1463040" cy="4572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370832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라우터 · 웹세션 위임 · 3줄 설명 · 배치 · 세션 리셋 — 실제 도는 코드로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앞의 두 덱은 “요금을 어떻게 읽는가”였다. 이번엔 그 원칙을 매 요청마다 자동으로 적용하는 배선을 짠다.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350" b="0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이 덱의 모든 슬라이드는 agent_setup/router.py 에 대응 코드가 있습니다. 검증 32/32 PASS.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350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토큰 비용 최적화 네트워크 세션 · 후속편 · github.com/giyeop-cody/token-cost-lab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FOLLOW-UP · 문제 재정의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기본값이 비싸다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대부분의 팀은 "가장 좋은 모델 하나"를 골라 모든 요청에 쓴다. 파일 이름 바꾸기도, 아키텍처 설계도 같은 창구로 간다.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487168"/>
            <a:ext cx="10835640" cy="384048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56946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요청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4215" y="2569464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실제 필요한 능력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5" y="256946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지금 (기본값)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06256" y="256946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있어야 할 배선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871216"/>
            <a:ext cx="1083564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2953512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파일 rename · grep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4215" y="2953512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툴 호출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5" y="295351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상위 모델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06256" y="295351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소형 / 코드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" y="333756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결정된 스펙 구현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5" y="333756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코드 생성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5" y="333756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상위 모델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6" y="333756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중간 모델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639312"/>
            <a:ext cx="1083564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372160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방금 짠 코드 설명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14215" y="3721608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5" y="3721608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상위 모델 · 20줄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06256" y="3721608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소형 · 3줄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" y="4105656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아키텍처 트레이드오프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14215" y="4105656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추론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63055" y="4105656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상위 모델 · 사고 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6256" y="4105656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웹 세션 위임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407408"/>
            <a:ext cx="1083564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" y="448970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40개 사이트 정규화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14215" y="4489704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대량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63055" y="448970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상위 모델 · 동기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448970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배치 −50%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138928"/>
            <a:ext cx="10835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요청의 종류를 판정하는 데 드는 비용은 수십 토큰이다. 상위 모델 호출 한 번만 막아도 즉시 회수된다.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앞 덱의 exp06 라우팅 실험: 요청 분배만으로 49~84% 절감. 이 덱은 그 배선을 자동화한다.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FOLLOW-UP · 개념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당신이 만든 것은 무엇인가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"이게 라우팅인가 리워크 플로우인가"— 셋은 층위가 다르다. 섞어 부르면 처방도 섞인다.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0280"/>
            <a:ext cx="3520440" cy="2542032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40280"/>
            <a:ext cx="50292" cy="254203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478024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① 라우팅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3017520"/>
            <a:ext cx="2971800" cy="1627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요청 1건을 어느 모델로 보낼지 고른다.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대상: 단가 (모델 선택)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효과: −49~84% (exp06)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단위: 요청 하나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240280"/>
            <a:ext cx="3520440" cy="2542032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2240280"/>
            <a:ext cx="50292" cy="254203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478024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② 리워크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017520"/>
            <a:ext cx="2971800" cy="1627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틀려서 되돌아온 일을 다시 시킨다.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대상: 횟수 (턴 반복)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효과: 48턴 = 16.6배 (exp09-C)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단위: 턴의 누적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2240280"/>
            <a:ext cx="3465576" cy="2542032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5864" y="2240280"/>
            <a:ext cx="50292" cy="2542032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478024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③ 워크플로우 컨트롤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017520"/>
            <a:ext cx="2916936" cy="1627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파이프라인 전체를 지휘한다. ①②를 품는다.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대상: 구조 (무엇을·어디서·몇 번)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효과: 위 둘의 곱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단위: 세션 전체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83480"/>
            <a:ext cx="10835640" cy="9144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983480"/>
            <a:ext cx="50292" cy="91440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129784"/>
            <a:ext cx="103327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답: 당신이 설계한 것은 ③ 워크플로우 컨트롤이다.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라우팅은 그 안의 한 수단이고, 리워크는 그 컨트롤이 줄이려는 대상이다. "리워크 플로우"는 되돌아온 작업을 처리하는 흐름을 뜻하므로 목표가 아니라 실패 경로다.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용어를 고정하면 측정 지표도 고정된다 — 라우팅은 요청당 단가, 리워크는 턴 수, 컨트롤은 작업당 총비용으로 잰다.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FOLLOW-UP ·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전체 배선도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작은 모델(또는 정규식)이 문 앞에 서서 분류한다. 그 판정 하나로 이후 비용이 결정된다.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86000"/>
            <a:ext cx="1828800" cy="6858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86000"/>
            <a:ext cx="45720" cy="6858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8716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사용자 요청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212848"/>
            <a:ext cx="2103120" cy="841248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360" y="2212848"/>
            <a:ext cx="45720" cy="8412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2384" y="235915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작은 모델 라우터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규칙 우선 → 애매하면 SLM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4871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4871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3310128"/>
            <a:ext cx="1051560" cy="475488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34290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추론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32841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웹 세션 (Playwright)  ·  또는 상위 모델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336499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종량 0원 / effort 제한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3895344"/>
            <a:ext cx="1051560" cy="475488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4014215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913631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중간 모델  ·  verbosity=low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950207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조건부 격차 축소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4480560"/>
            <a:ext cx="1051560" cy="475488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459943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설명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9884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소형 · 3줄 상한  ·  명시 요청 시만 full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453542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−83% (exp05)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5065776"/>
            <a:ext cx="1051560" cy="475488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0" y="518464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508406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소형 · 가능하면 코드  ·  LLM 없이 결정적 처리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51206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호출 자체를 0으로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0" y="5650992"/>
            <a:ext cx="1051560" cy="475488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576986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대량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669279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배치 (24h SLO)  ·  expire 폴백 필수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5705855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단가 −50%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3310128"/>
            <a:ext cx="4297680" cy="13716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" y="3310128"/>
            <a:ext cx="45720" cy="13716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347472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세션 메모리 감시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같은 설명이 2회 반복되면 컨텍스트 오염 신호.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결론을 파일로 커밋 → 새 세션에서 그 파일만 읽힌다.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89204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반복 설명은 두 배로 손해다.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출력 토큰을 다시 쓰고, 그 출력이 컨텍스트에 쌓여 이후 모든 턴의 입력 단가를 올린다.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agent_setup/router.py — route() 한 함수가 위 분기 전부를 담는다. 의존성 없음, 오프라인 동작.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FOLLOW-UP · 구현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라우터 — 실제 코드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규칙이 먼저다. 정규식으로 잡히면 분류 비용이 0원이다. 못 잡을 때만 소형 모델을 부른다.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0280"/>
            <a:ext cx="6537960" cy="3611880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40280"/>
            <a:ext cx="45720" cy="361188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62636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>
                <a:solidFill>
                  <a:srgbClr val="93A4B5"/>
                </a:solidFill>
                <a:latin typeface="Consolas"/>
                <a:ea typeface="Consolas"/>
                <a:cs typeface="Consolas"/>
              </a:rPr>
              <a:t>RULES = [   # 순서가 곧 우선순위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  (Kind.TOOL,      r"파일|경로|grep|검색해|커밋"),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  (Kind.BULK,      r"일괄|정규화|라벨링|\d{2,}(개|건)"),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  (Kind.REASONING, r"설계|아키텍처|트레이드오프"),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  (Kind.EXPLAIN,   r"설명|무슨 뜻|어떻게 동작"),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  (Kind.IMPLEMENT, r"구현|만들어|고쳐|리팩터|버그"),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ECF1F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ECF1F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ECF1F6"/>
                </a:solidFill>
                <a:latin typeface="Consolas"/>
                <a:ea typeface="Consolas"/>
                <a:cs typeface="Consolas"/>
              </a:rPr>
              <a:t>def route(task, small_llm=None, *,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ECF1F6"/>
                </a:solidFill>
                <a:latin typeface="Consolas"/>
                <a:ea typeface="Consolas"/>
                <a:cs typeface="Consolas"/>
              </a:rPr>
              <a:t>          allow_external=True):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ECF1F6"/>
                </a:solidFill>
                <a:latin typeface="Consolas"/>
                <a:ea typeface="Consolas"/>
                <a:cs typeface="Consolas"/>
              </a:rPr>
              <a:t>    kind, by = classify(task, small_llm)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ECF1F6"/>
                </a:solidFill>
                <a:latin typeface="Consolas"/>
                <a:ea typeface="Consolas"/>
                <a:cs typeface="Consolas"/>
              </a:rPr>
              <a:t>    if kind is Kind.REASONING and allow_external: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ECF1F6"/>
                </a:solidFill>
                <a:latin typeface="Consolas"/>
                <a:ea typeface="Consolas"/>
                <a:cs typeface="Consolas"/>
              </a:rPr>
              <a:t>        return Decision(kind, Tier.EXTERNAL,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ECF1F6"/>
                </a:solidFill>
                <a:latin typeface="Consolas"/>
                <a:ea typeface="Consolas"/>
                <a:cs typeface="Consolas"/>
              </a:rPr>
              <a:t>            {"mode": "web-chat"})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ECF1F6"/>
                </a:solidFill>
                <a:latin typeface="Consolas"/>
                <a:ea typeface="Consolas"/>
                <a:cs typeface="Consolas"/>
              </a:rPr>
              <a:t>    if kind is Kind.IMPLEMENT: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ECF1F6"/>
                </a:solidFill>
                <a:latin typeface="Consolas"/>
                <a:ea typeface="Consolas"/>
                <a:cs typeface="Consolas"/>
              </a:rPr>
              <a:t>        return Decision(kind, Tier.MID,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00" b="0">
                <a:solidFill>
                  <a:srgbClr val="ECF1F6"/>
                </a:solidFill>
                <a:latin typeface="Consolas"/>
                <a:ea typeface="Consolas"/>
                <a:cs typeface="Consolas"/>
              </a:rPr>
              <a:t>            {"explain": "3-lines"})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2240280"/>
            <a:ext cx="4069080" cy="169164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2240280"/>
            <a:ext cx="50292" cy="169164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63256" y="2478024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왜 규칙이 먼저인가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3256" y="3017520"/>
            <a:ext cx="3520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분류에 LLM을 쓰면 그 자체가 요청당 비용이다.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한국어 업무 요청 대다수는 동사 몇 개로 갈린다.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규칙 미스는 소형 모델이 받는다 — 2단 방어.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4114800"/>
            <a:ext cx="4069080" cy="173736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4114800"/>
            <a:ext cx="50292" cy="173736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63256" y="4352544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판정 정확도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3256" y="4892040"/>
            <a:ext cx="352044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한국어 업무 요청 10종 테스트: 10/10 일치.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초기엔 "TODO 전부 grep"을 BULK로 오분류 →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TOOL 규칙을 BULK보다 앞에 두어 해결.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오분류 사례를 남겨두는 이유 — 규칙 기반 라우터는 순서 버그가 대부분이다. 테스트가 그것을 잡는다.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FOLLOW-UP · 구현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추론은 정액제 창구로 — 그리고 그 대가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긴 추론은 종량 과금에서 가장 비싼 항목이다. 이미 결제 중인 웹 세션에서 끝내고 결론만 주입하면 그 항목이 0이 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12848"/>
            <a:ext cx="5532120" cy="196596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12848"/>
            <a:ext cx="50292" cy="196596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방법 — 로그인된 세션 재사용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1. Playwright로 사용자 프로필 디렉터리를 열어 기존 로그인 쿠키를 그대로 쓴다.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2. 문제 정의를 붙여넣고 응답이 끝날 때까지 대기한다.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3. 결론을 spec.md로 저장 → 중간 모델에 입력으로 주입.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0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효과: 사고 토큰 과금 0. 앞 덱 실측에서 사고 자동 설정은 240배였다.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212848"/>
            <a:ext cx="5120640" cy="196596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212848"/>
            <a:ext cx="50292" cy="196596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377440"/>
            <a:ext cx="47091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리스크 — 약관을 먼저 읽어라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OpenAI · Google 모두 이용약관에서 자동화된 수단으로의 서비스 접근·스크래핑을 제한한다. 계정 정지 사유가 될 수 있다.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업무 데이터를 개인 계정 웹 세션에 넣는 것은 별도의 보안·컴플라이언스 문제다.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0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조직 자산에 이 경로를 넣기 전에 법무·보안 확인을 받을 것.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708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같은 효과를 내는 합법적 대안 — 이쪽을 기본값으로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754880"/>
            <a:ext cx="10835640" cy="347472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4837176"/>
            <a:ext cx="28346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31335" y="4837176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이점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4837176"/>
            <a:ext cx="30632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비용 / 제약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6336" y="4837176"/>
            <a:ext cx="19202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권고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102352"/>
            <a:ext cx="10835640" cy="347472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5184648"/>
            <a:ext cx="28346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사람이 직접 웹에서 추론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31335" y="5184648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약관 문제 없음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5184648"/>
            <a:ext cx="30632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수동 복붙 1회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46336" y="5184648"/>
            <a:ext cx="19202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권장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5532120"/>
            <a:ext cx="28346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API + effort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31335" y="5532120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완전 합법 · 자동화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5532120"/>
            <a:ext cx="30632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사고 토큰 일부 과금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6336" y="5532120"/>
            <a:ext cx="19202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권장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797296"/>
            <a:ext cx="10835640" cy="347472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" y="5879592"/>
            <a:ext cx="28346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Batch API로 추론 위임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31335" y="5879592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단가 −50%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5879592"/>
            <a:ext cx="30632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지연 최대 24h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46336" y="5879592"/>
            <a:ext cx="19202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조건부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" y="6227064"/>
            <a:ext cx="28346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Playwright 자동 조작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31335" y="6227064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종량 0원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6227064"/>
            <a:ext cx="30632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약관 위반 소지 · 정지 위험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6336" y="6227064"/>
            <a:ext cx="19202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비권장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41908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이 슬라이드는 "하지 말라"가 아니라 "알고 고르라"는 뜻이다. 개인 실험과 조직 배포의 기준은 다르다.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FOLLOW-UP ·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"결정된 사항은 성능차가 없다"— 절반만 맞다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원안의 주장을 그대로 싣지 않았다. 논문 4편을 확인한 결과, 조건을 붙여야 참이 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94560"/>
            <a:ext cx="5349240" cy="1051560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194560"/>
            <a:ext cx="45720" cy="105156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40864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원안 (✗)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4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"코딩은 이미 결정된 사항에서는 성능차가 없다"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194560"/>
            <a:ext cx="5321808" cy="1051560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194560"/>
            <a:ext cx="45720" cy="105156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340864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정밀화 (○)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4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세 조건이 동시에 만족될 때 격차가 좁혀지거나 역전된다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557015"/>
            <a:ext cx="109728" cy="10972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456432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① 스펙이 확정됐을 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730752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요구사항 분류 과제에서 8B와 상위 모델의 F1 격차는 평균 0.02. 판단이 끝난 일은 크기를 덜 탄다.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215384"/>
            <a:ext cx="109728" cy="10972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114800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② 출력 검증 수단이 있을 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4389120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단위 테스트로 후보를 거를 수 있으면, 고정 컴퓨트 예산에서 7~13B가 34~70B를 최대 15% 상회한다.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73752"/>
            <a:ext cx="109728" cy="10972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4773168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③ 임계 크기 이상일 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5047488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3B 미만은 유의하게 떨어진다. 단 Qwen2.5-Coder 1.5B처럼 7B급을 이기는 반례도 있다 — 크기보다 학습 품질.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486400"/>
            <a:ext cx="10835640" cy="749808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5486400"/>
            <a:ext cx="50292" cy="749808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614416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반대 근거도 같이 본다 — pass@1을 10% 올리려면 VRAM 약 4배가 필요하고, Rosetta Code 번역에서는 파라미터 수에 따라 성능이 계속 스케일한다. 스펙이 모호하거나 다단계 추론이 필요하면 격차는 그대로 남는다.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55664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출처: arXiv 2507.03160 · 2404.00725 · 2510.21443 · Neurocomputing S0925231225021332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FOLLOW-UP ·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배치 — 단가는 반값, 시간은 약속이 아니다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"24시간이라지만 보통 10분 이내 시작"— 이 부분도 확인이 필요했다.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86000"/>
            <a:ext cx="5943600" cy="365760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368296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벤더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9736" y="2368296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할인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8416" y="2368296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공식 창구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0055" y="2368296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주의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651760"/>
            <a:ext cx="5943600" cy="36576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2734056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OpenAI Batch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9736" y="2734056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−50%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8416" y="2734056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24시간 내 완료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5" y="2734056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미완 시 expired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" y="3099815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Google Gemini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9736" y="3099815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−50%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8416" y="3099815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SLO 24시간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0055" y="3099815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대형 잡은 분할 권장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383280"/>
            <a:ext cx="5943600" cy="36576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3465576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xAI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59736" y="3465576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−50%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28416" y="3465576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대부분 24시간 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0055" y="3465576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best effort · 보장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" y="3831335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Anthropic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59736" y="3831335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−50%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6" y="3831335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24시간 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0055" y="3831335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대부분 1시간 내 종료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12280" y="2286000"/>
            <a:ext cx="4709160" cy="1874519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12280" y="2286000"/>
            <a:ext cx="50292" cy="1874519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23176" y="2523744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실제로 벌어진 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23176" y="3063240"/>
            <a:ext cx="4160520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2025년 2월, 기존 1~2시간에 끝나던 잡이 24시간에 근접.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expire 비율이 0%에서 25% 이상으로 악화된 사례 다수 보고.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대응: 배치 크기를 절반으로 줄이거나 모델 버전을 고정.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3434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그래서 배치는 세 조건을 모두 만족할 때만 쓴다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55464"/>
            <a:ext cx="109728" cy="10972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848" y="4754880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① 턴 간 의존이 없을 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" y="5029200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에이전트형 다단계 작업은 매 턴 배치 대기가 누적돼 수 시간~수일이 된다. 부적합.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404104"/>
            <a:ext cx="109728" cy="10972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9848" y="5303520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② 마감이 없을 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" y="5577840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자료조사 · 분류 · 정규화 · 임베딩처럼 사람이 기다리지 않는 일.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952744"/>
            <a:ext cx="109728" cy="10972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9848" y="5852160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③ expire 재시도 경로를 설계할 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" y="6126480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"N시간 내 미완이면 동기 처리로 전환"을 코드에 넣는다 — fallback: sync-after-2h.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6455664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출처: OpenAI/Google/xAI 배치 공식 문서 · OpenAI 커뮤니티 지연 스레드(2025-02) · Inspect AI 배치 가이드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FOLLOW-UP · 구현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출력을 막는 두 개의 밸브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프롬프트로 "짧게 답해"라고 부탁하는 것은 지켜지지 않는다. 코드로 잘라야 지켜진다.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12848"/>
            <a:ext cx="5532120" cy="210312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12848"/>
            <a:ext cx="50292" cy="210312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밸브 1 — 설명 3줄 상한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def explain_guard(text, max_lines=3):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ECF1F6"/>
                </a:solidFill>
                <a:latin typeface="Consolas"/>
                <a:ea typeface="Consolas"/>
                <a:cs typeface="Consolas"/>
              </a:rPr>
              <a:t>    lines = [비어있지 않은 줄들]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ECF1F6"/>
                </a:solidFill>
                <a:latin typeface="Consolas"/>
                <a:ea typeface="Consolas"/>
                <a:cs typeface="Consolas"/>
              </a:rPr>
              <a:t>    if len(lines) &lt;= max_lines: return 그대로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ECF1F6"/>
                </a:solidFill>
                <a:latin typeface="Consolas"/>
                <a:ea typeface="Consolas"/>
                <a:cs typeface="Consolas"/>
              </a:rPr>
              <a:t>    return 앞 3줄 + "(+N줄 생략 — '자세히'로 재요청)"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구현 직후의 관성적 설명은 소형 모델 + 3줄. "자세히 / 깊게 / 문서로"가 있을 때만 full.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212848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212848"/>
            <a:ext cx="50292" cy="2103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377440"/>
            <a:ext cx="4709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밸브 2 — 세션 리셋 트리거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답변을 정규화(공백·문장부호 제거)해 해시로 기록.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같은 해시가 2회 등장 = 메모리에 있는 내용을 다시 생성 중.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50" b="0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→ 결론을 파일로 커밋하고 새 세션 시작. 이월 대상은 specs/*.md와 마지막 결정 사항뿐.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표기만 바꾼 재설명도 잡힌다 — "검증합니다." vs "검증합니다!!" 동일 판정.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52628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745736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−83%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45896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장황 342tok → 간결 58tok (exp05)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452628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2" y="4745736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545896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동일 설명 반복 시 리셋 발동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55864" y="4526280"/>
            <a:ext cx="3465576" cy="1417320"/>
          </a:xfrm>
          <a:prstGeom prst="roundRect">
            <a:avLst>
              <a:gd name="adj" fmla="val 8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55864" y="4745736"/>
            <a:ext cx="34655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16.6배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5864" y="5458968"/>
            <a:ext cx="3465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48턴 리워크의 비용 (exp09-C)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1722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리셋을 미루면 손해가 복리로 붙는다 — 재생성한 출력이 다시 입력이 되어 이후 모든 턴의 단가를 올린다.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FOLLOW-UP · 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라이브 — 지금 돌려봅니다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python3 agent_setup/test_router.py — 의존성 없음. 인터넷 없어도 돕니다.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0280"/>
            <a:ext cx="7086600" cy="3429000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40280"/>
            <a:ext cx="45720" cy="3429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32304"/>
            <a:ext cx="67665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[1] 분류 정확도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  PASS  결제 모듈 아키텍처 설계 트레이드오프 정리해줘  → reasoning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  PASS  스펙대로 핸들러 구현해줘                    → implement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  PASS  방금 짠 코드 설명해줘                       → explain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  PASS  src 밑에서 TODO 전부 grep 해줘             → tool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  PASS  경쟁사 40개 가격 페이지 조사해서 정규화해줘   → bulk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ECF1F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[2] 라우팅 티어      [3] 설명 3줄 강제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[4] 세션 리셋 트리거  [5] 비용 산식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ECF1F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FFB04D"/>
                </a:solidFill>
                <a:latin typeface="Consolas"/>
                <a:ea typeface="Consolas"/>
                <a:cs typeface="Consolas"/>
              </a:rPr>
              <a:t>        기준선 $0.6500 → 라우팅 $0.0437  (93.3% 절감)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ECF1F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FFB04D"/>
                </a:solidFill>
                <a:latin typeface="Consolas"/>
                <a:ea typeface="Consolas"/>
                <a:cs typeface="Consolas"/>
              </a:rPr>
              <a:t>  32건 중 32 PASS / 0 FAIL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24028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2240280"/>
            <a:ext cx="50292" cy="178308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2478024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시연 순서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301752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1. router.py — 5개 요청의 행선지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2. test_router.py — 32건 검증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3. 규칙 하나를 깨뜨려 FAIL 재현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16052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4160520"/>
            <a:ext cx="50292" cy="178308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4398264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숫자를 읽는 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4937759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93.3%는 "전부 상위 모델" 대비 추정치다.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실제 절감폭은 요청 구성비에 따라 달라진다.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PRICES 상수를 각자 단가로 바꿔 다시 재라.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9436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agent_setup/router.py (라우터) · agent_setup/test_router.py (검증 32건) — 저장소에 그대로 들어 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FOLLOW-UP · 도입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내일부터 뭘 켜나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전부 한 번에 켜지 않는다. 위험이 낮고 효과가 즉시 보이는 것부터.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86000"/>
            <a:ext cx="10835640" cy="384048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368296"/>
            <a:ext cx="868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시점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5376" y="236829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무엇을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2816" y="2368296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어떻게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43216" y="2368296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기대 효과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12096" y="2368296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주의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670048"/>
            <a:ext cx="1083564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2752344"/>
            <a:ext cx="868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752344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설명 3줄 상한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2816" y="275234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프롬프트 + 후처리 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6" y="275234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즉시 −40~60% 출력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2096" y="2752344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없음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3136391"/>
            <a:ext cx="868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1주차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65376" y="3136391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규칙 기반 라우팅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42816" y="3136391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route() 붙이고 로그만 남김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31363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측정 먼저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2096" y="3136391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오분류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438144"/>
            <a:ext cx="1083564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3520439"/>
            <a:ext cx="868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65376" y="3520439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라우팅 실제 적용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42816" y="3520439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툴·설명부터 소형으로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6" y="3520439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−49~84%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12096" y="3520439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품질 회귀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" y="3904487"/>
            <a:ext cx="868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3주차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65376" y="3904487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세션 리셋 자동화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2816" y="3904487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반복 감지 → 커밋 → 재시작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43216" y="3904487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컨텍스트 단가 억제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2096" y="3904487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맥락 유실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4206240"/>
            <a:ext cx="1083564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" y="4288536"/>
            <a:ext cx="868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4주차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65376" y="428853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배치 도입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42816" y="4288536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마감 없는 대량 작업만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3216" y="4288536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−50%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12096" y="4288536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expired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" y="4672583"/>
            <a:ext cx="868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보류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65376" y="4672583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웹 세션 자동 조작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42816" y="4672583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법무 확인 전까지 수동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43216" y="4672583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종량 0원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12096" y="4672583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약관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" y="5212080"/>
            <a:ext cx="10835640" cy="868680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5800" y="5212080"/>
            <a:ext cx="50292" cy="86868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5358384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측정 없이 켜지 마라.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1주차에 로그만 남기는 이유가 이것이다. 라우팅 전후의 요청당 비용과 리워크 턴 수를 같이 재야, 절감이 진짜인지 품질을 팔아 산 것인지 구분된다.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되돌릴 수 있게 만들어라 — route()가 항상 상위 모델을 반환하도록 하는 킬 스위치 하나면 롤백이 끝난다.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FOLLOW-UP · 마무리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66543"/>
            <a:ext cx="109728" cy="10972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65960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작은 모델은 답을 만드는 게 아니라 교통을 정리한다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240279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분류에 드는 수십 토큰이 상위 모델 호출 하나를 막으면 즉시 회수된다.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24912"/>
            <a:ext cx="109728" cy="10972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624328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당신이 만든 것은 워크플로우 컨트롤이다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898648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라우팅은 그 안의 수단이고, 리워크는 그것이 줄이려는 대상이다.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83279"/>
            <a:ext cx="109728" cy="10972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282696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"성능차 없음"이 아니라 "조건부 격차 축소"다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557015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스펙 확정 · 검증 수단 · 임계 크기 — 셋이 모일 때만 중간 모델로 내려도 안전하다.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41648"/>
            <a:ext cx="109728" cy="10972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3941064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배치는 단가를 반으로 줄이지만 시간은 약속하지 않는다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215384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expired가 실제로 난다. 폴백 없는 배치는 파이프라인을 멈춘다.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700016"/>
            <a:ext cx="109728" cy="10972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4599431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밸브는 프롬프트가 아니라 코드로 잠근다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873751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3줄 상한과 세션 리셋은 부탁이 아니라 후처리로 강제해야 지켜진다.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440680"/>
            <a:ext cx="10835640" cy="822960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5440680"/>
            <a:ext cx="50292" cy="82296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596128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세 덱을 관통하는 한 문장 — AI가 나쁜 게 아니라 우리가 견적서를 안 읽은 것이다.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1908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본편(22장) · 보너스(10장) · 후속(12장) — 각각 독립 발표 가능합니다.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Q &amp; A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코드는 전부 저장소에 있습니다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agent_setup/router.py — 라우터 · 3줄 밸브 · 세션 메모리 · 비용 추정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agent_setup/test_router.py — 검증 32건 (32/32 PASS)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presentation/build/ — 이 덱들을 만든 빌드 스크립트 전부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400" b="0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PRICES 상수만 각자 단가로 바꾸면 자기 팀 숫자가 나옵니다.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2920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가져가실 것 하나만 고르라면 — 설명 3줄 상한.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오늘 오후에 켤 수 있고, 되돌리는 데 1분 걸립니다.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9408" y="2212848"/>
            <a:ext cx="1975104" cy="19751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r_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286000"/>
            <a:ext cx="182880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23960" y="424281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github.com/giyeop-cody/token-cost-lab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093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