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agent_setup/router.py 에 대응 코드가 있습니다. 검증 56/56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판정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 테스트: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초기엔 "TODO 전부 grep"을 BULK로 오분류 →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TOOL 규칙을 BULK보다 앞에 두어 해결.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오분류 사례를 남겨두는 이유 — 규칙 기반 라우터는 순서 버그가 대부분이다. 테스트가 그것을 잡는다.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위생 (리셋은 마지막 수단)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반복되면 → 컴팩션. 세션은 살려두고 결론만 남긴다.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리셋은 완료된 결과가 원하던 방향이 아닐 때만 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검증 실패는 방향 문제가 아니다 → 리셋 말고 리워크.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반복을 곧바로 리셋으로 처리하면 아직 쓸모 있는 맥락까지 버린다.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컴팩션 (리셋 아님)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재생성한 출력은 다시 입력이 되어 이후 모든 턴의 단가를 올린다. 그렇다고 세션을 통째로 버리면 맥락 재장전 비용을 또 문다 — 그래서 컴팩션이 먼저다.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한 칸에 하나씩만 올린다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0292" cy="8686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7685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첫 실패에 곧바로 모델을 올리고 세션까지 새로 연다. 싸게 끝날 일을 비싸게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4924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4884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4983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축은 셋 — 재시도 · 범위 · 모델. 한 칸에 하나씩만 움직인다.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46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3697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23697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3697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323697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323697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올리는 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021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58444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358444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584448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584448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3584448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393192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93192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8376" y="3931920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3931920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4616" y="3931920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재시도 — 실패 로그·diff만 추가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970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79392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65376" y="4279392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4279392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27939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4616" y="4279392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범위 ↑  (모델은 그대로)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" y="4626864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62686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8376" y="462686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626864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14616" y="4626864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모델 ↑  (범위는 그대로)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92040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497433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5회차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65376" y="497433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08376" y="497433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97433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97433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구현을 더 시키지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4924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534924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458968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짧은 리워크에는 값을 물리지 않는다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실패로 끝나면 사다리 비용은 제자리 재시도와 정확히 같다($0.0545). 리셋은 3회차부터라 맥락 재장전 입력도 그때 처음 붙는다.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세션 리셋은 실패 횟수가 아니라 방향이 어긋났을 때 건다 — 검증 실패는 결함이고, 결함은 같은 맥락 안에서 고치는 편이 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사다리는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"단계를 밟다 보면 비용이 폭발하지 않나" — 정당한 우려다. 측정해서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10896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51176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3347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3347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443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443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동일 ← 차액 없음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172968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5526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25526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1.03배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5661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$0.1763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56616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1.62배 ← 최악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794760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87705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$0.1363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$0.1763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387705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1.29배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879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$0.1763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18795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0.59배 ← 역전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416552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49884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$0.1763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449884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0.13배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224028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2240280"/>
            <a:ext cx="50292" cy="11704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짧으면 차액이 없다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6" y="301752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실패까지 비용이 같다.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56616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566160"/>
            <a:ext cx="50292" cy="11704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380390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434340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5회차에 멈춰 $0.1763에서 정지.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" y="4846320"/>
            <a:ext cx="10835640" cy="12344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" y="4846320"/>
            <a:ext cx="50292" cy="123444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56048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진짜 비용은 미해결 잔여다 (난제 시나리오, 5턴 소진 후)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제자리 재시도  기대 $0.0756  —  16.8% 확률로 여전히 미해결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        기대 $0.0719  —   0.4% 미해결, 스펙 문서가 남음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축을 하나씩 올리면 비싼 칸에 닿기 전에 끝나는 경우가 많다 — 그래서 더 싸면서 더 많이 해결한다. 남는 16.4%p는 개발자 1시간 $50 기준 $8.2의 기대손실이다.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사다리의 값어치는 평균 비용을 낮추는 데 있지 않다 — 꼬리 위험을 자르는 데 있다. 절감은 라우팅이, 사고 방지는 이쪽이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기준선 $0.6500 → 라우팅 $0.0437  (93.3%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에스컬 3턴 $0.2132 = 제자리 8턴 $0.2180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56건 중 56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에스컬레이션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규칙 하나를 깨뜨려 FAIL 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93.3%는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agent_setup/test_router.py (검증 56건)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36829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36829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3682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7523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7523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7523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523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1363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1363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1363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1363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5204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5204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5204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5204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9044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9044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9044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9044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8853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8853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8853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8853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6725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6725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6725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6725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6725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agent_setup/test_router.py — 검증 56건 (56/56 PASS)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