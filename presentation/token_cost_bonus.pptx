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본편에서 다 못 다룬 레버를 심화한다. 각 레버는 '켜는 조건'과 '깨지는 조건'이 한 쌍이다.</a:t>
            </a:r>
          </a:p>
          <a:p>
            <a:r>
              <a:t>심화 세션이므로 숫자의 가정(모델 단가·토큰 수)을 슬라이드마다 확인한다.</a:t>
            </a:r>
          </a:p>
          <a:p>
            <a:r>
              <a:t>마지막에 우선순위와 보안 주의로 정리한다.</a:t>
            </a:r>
          </a:p>
          <a:p>
            <a:r>
              <a:t>근거: docs/CORRECTIONS.md</a:t>
            </a:r>
          </a:p>
          <a:p>
            <a:r>
              <a:t>증거 범위: 심화 세션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캐시는 프리픽스를 단위로 매칭한다. 앞부분이 한 글자만 달라도 전액을 다시 낸다.</a:t>
            </a:r>
          </a:p>
          <a:p>
            <a:r>
              <a:t>히트율 0%에서는 쓰기 프리미엄만 계속 물어 캐시 없음($8.55)보다 비싸진다($10.05).</a:t>
            </a:r>
          </a:p>
          <a:p>
            <a:r>
              <a:t>반대로 히트율이 40%만 넘어도 이미 이득이다. 그래서 '켜고, 적중률을 본다'가 순서다.</a:t>
            </a:r>
          </a:p>
          <a:p>
            <a:r>
              <a:t>근거: experiments/exp03_prompt_caching.py</a:t>
            </a:r>
          </a:p>
          <a:p>
            <a:r>
              <a:t>증거 범위: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12,000토큰을 매번 보내던 세션을 절반으로 줄이고 캐시까지 걸었을 때의 산술이다.</a:t>
            </a:r>
          </a:p>
          <a:p>
            <a:r>
              <a:t>압축률과 정확도는 작업별로 다르다. 지시·수용 기준을 지우면 요구사항이 바뀐다.</a:t>
            </a:r>
          </a:p>
          <a:p>
            <a:r>
              <a:t>압축기 실행 비용과 지연도 손익에 포함해야 한다. 짧은 프롬프트는 압축이 손해일 수 있다.</a:t>
            </a:r>
          </a:p>
          <a:p>
            <a:r>
              <a:t>압축 자체의 지연·품질 손실은 이 계산 밖이다.</a:t>
            </a:r>
          </a:p>
          <a:p>
            <a:r>
              <a:t>근거: experiments/exp09_dry.py</a:t>
            </a:r>
          </a:p>
          <a:p>
            <a:r>
              <a:t>증거 범위: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20턴 세션에 캐싱만 걸면 $1.91(+17%) — 이력 누적은 그대로 남기 때문이다.</a:t>
            </a:r>
          </a:p>
          <a:p>
            <a:r>
              <a:t>요약은 품질에 영향을 준다. 압축 과정에서 잃는 정보가 재작업을 만들면 절감이 상쇄된다.</a:t>
            </a:r>
          </a:p>
          <a:p>
            <a:r>
              <a:t>주기를 바꿔 가며 재작업률과 총비용을 함께 측정할 것을 권한다.</a:t>
            </a:r>
          </a:p>
          <a:p>
            <a:r>
              <a:t>근거: experiments/exp04_agent_loop_sdd.py</a:t>
            </a:r>
          </a:p>
          <a:p>
            <a:r>
              <a:t>증거 범위: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툴 작업량을 가정하고 메인·자식·요약 비용을 모두 합산한 값이다.</a:t>
            </a:r>
          </a:p>
          <a:p>
            <a:r>
              <a:t>서브에이전트는 요약 품질과 실패·재시도 특성이 다르다. 비용만으로 우열을 단정하지 않는다.</a:t>
            </a:r>
          </a:p>
          <a:p>
            <a:r>
              <a:t>과거의 -87%는 자식·요약을 빼고 계산한 값이어서 전체 절감으로 쓰지 않는다.</a:t>
            </a:r>
          </a:p>
          <a:p>
            <a:r>
              <a:t>근거: experiments/exp11_tool_output_bloat.py</a:t>
            </a:r>
          </a:p>
          <a:p>
            <a:r>
              <a:t>증거 범위: 전체 시스템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벤치마크에서 잡은 임계값을 그대로 프로덕션에 쓰면 절감이 과대 추정된다.</a:t>
            </a:r>
          </a:p>
          <a:p>
            <a:r>
              <a:t>저볼륨에서는 라우팅 오버헤드가 절감을 상쇄한다. 반복률과 볼륨을 먼저 본다.</a:t>
            </a:r>
          </a:p>
          <a:p>
            <a:r>
              <a:t>라우터 오류율·검출률은 이 저장소에서 측정하지 않았다. 참조 구현의 회귀 테스트만 있다.</a:t>
            </a:r>
          </a:p>
          <a:p>
            <a:r>
              <a:t>근거: experiments/exp06_other_levers.py</a:t>
            </a:r>
          </a:p>
          <a:p>
            <a:r>
              <a:t>증거 범위: 시나리오 (10,000콜)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토큰 수는 그대로이고 지원 서비스에서 가격을 줄이는 레버다.</a:t>
            </a:r>
          </a:p>
          <a:p>
            <a:r>
              <a:t>실시간 UI, 대화형 코딩 에이전트처럼 대기 화면이 있는 작업에는 쓸 수 없다.</a:t>
            </a:r>
          </a:p>
          <a:p>
            <a:r>
              <a:t>지연·실패 처리·지원 조건(요청 수 상한, 결과 보관 기간)을 확인해야 한다.</a:t>
            </a:r>
          </a:p>
          <a:p>
            <a:r>
              <a:t>근거: experiments/exp06_other_levers.py</a:t>
            </a:r>
          </a:p>
          <a:p>
            <a:r>
              <a:t>증거 범위: 가격표 +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레버의 절감률을 순서대로 곱한 값이다. 실제 도입에서는 서로 겹치는 부분이 생긴다.</a:t>
            </a:r>
          </a:p>
          <a:p>
            <a:r>
              <a:t>검증된 상한도 아니다. 자기 데이터로 A/B를 돌려 확정해야 한다.</a:t>
            </a:r>
          </a:p>
          <a:p>
            <a:r>
              <a:t>발표에서는 '이론적 상한'이라는 표현보다 '순차 가정의 산술'이라고 말한다.</a:t>
            </a:r>
          </a:p>
          <a:p>
            <a:r>
              <a:t>근거: experiments/exp06_other_levers.py</a:t>
            </a:r>
          </a:p>
          <a:p>
            <a:r>
              <a:t>증거 범위: 순차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캐시는 비용 레버이면서 데이터 보존 문제다. 개인정보가 섞인 접두부는 캐싱 대상에서 뺀다.</a:t>
            </a:r>
          </a:p>
          <a:p>
            <a:r>
              <a:t>시맨틱 캐시는 질의가 비슷할 때 호출 자체를 제거한다. 히트율보다 오답 위험이 먼저다.</a:t>
            </a:r>
          </a:p>
          <a:p>
            <a:r>
              <a:t>TTL과 삭제 시점을 벤더 문서 기준으로 확인하고 기록해 둔다.</a:t>
            </a:r>
          </a:p>
          <a:p>
            <a:r>
              <a:t>근거: experiments/exp06_other_levers.py</a:t>
            </a:r>
          </a:p>
          <a:p>
            <a:r>
              <a:t>증거 범위: 운영 주의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다 적용하지 말고 되돌리기 쉬운 것 하나만 켜고 재측정한다.</a:t>
            </a:r>
          </a:p>
          <a:p>
            <a:r>
              <a:t>절감률은 자기 데이터에서 나온 값이어야 한다. 이 자료의 숫자는 출발점이다.</a:t>
            </a:r>
          </a:p>
          <a:p>
            <a:r>
              <a:t>발표 자료의 근거·한계·정정 이력은 저장소 문서에 그대로 남아 있다.</a:t>
            </a:r>
          </a:p>
          <a:p>
            <a:r>
              <a:t>근거: github.com/giyeop-cody/token-cost-lab</a:t>
            </a:r>
          </a:p>
          <a:p>
            <a:r>
              <a:t>증거 범위: 마무리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심화 세션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견적서의 나머지 항목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원칙 5개로 다 못 줄인 비용은 어디 있나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캐싱 · 압축 · 컴팩션 · 서브에이전트 · 라우팅 · 배치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각 레버의 조건과 함정을 한 장씩 본다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레버는 곱해진다 — 우선순위는 뒤에서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docs/CORRECTIONS.md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캐시를 깨는 한 줄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$10.05 (17.5% 더 지출)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맨 앞의 타임스탬프·요청 ID는 매번 미스로 만든다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변하는 값은 반드시 뒤로 보낸다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미스 상태의 캐싱은 안 쓰느니만 못하다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experiments/exp03_prompt_caching.py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03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압축과 캐싱은 대체재가 아니다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$0.4014 → $0.2007 (94% 절감)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그냥 캐싱 $0.4014 vs 절반 요약 $1.8000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지울 수 있는 반복은 지우고, 지울 수 없는 반복은 고정해 캐시에 태운다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압축률이 높을수록 조합의 이득도 커진다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experiments/exp09_dry.py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04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긴 세션은 컴팩션으로 접는다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$2.32 → $0.93 (60% 절감)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10턴마다 접으면 $1.23 (47% 절감)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너무 자주 접으면 요약 호출이 이득을 먹는다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최적 주기는 세션 길이와 요약 비용으로 정해진다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experiments/exp04_agent_loop_sdd.py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05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전체 시스템 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툴 출력과 서브에이전트는 전체 비용으로 본다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$5.6010 → $2.7360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툴 읽기 누적 전송 1,680,000 토큰 (20턴)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컴팩션 $3.4425 · 서브에이전트 $2.736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자식 호출·요약 비용까지 포함해 비교한다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experiments/exp11_tool_output_bloat.py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06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시나리오 (10,000콜)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모델 라우팅 · 쉬운 요청에 비싼 모델을 쓰지 않는다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전부 강 $350 → 절반 $184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절반만 라우팅해도 47% 절감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공격적 라우팅은 $35.17 (90% 절감)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품질 측정 도구가 먼저다 — 임계값은 주기적으로 재보정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07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가격표 +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배치 API · 지연을 할인으로 바꾼다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50,000건 $675 → $337.50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입력·출력 모두 50% 할인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24시간 안에 끝나면 되는 잡만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야간 평가 · 대량 분류 · 리포트 생성 · 레포 전체 분석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08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순차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레버는 곱해진다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85.825% (잔여 14%)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시맨틱 캐시 → 라우팅 → 캐싱 → verbosity/effort → 배치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잔여 비용에 순차 적용한 산술 결과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레버 간 중복·상호작용은 검증하지 않았다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09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운영 주의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캐싱과 개인정보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개인화 · 실시간 응답은 캐싱 금지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멀티턴은 캐시 키에 컨텍스트를 포함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시맨틱 캐시 임계값이 느슨하면 '비슷하지만 틀린 답'을 준다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삭제·TTL 정책을 프롬프트 설계와 함께 정한다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10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마무리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작게 시작해서 자기 usage로 확인한다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오늘 한 가지만 켜라 — 캐시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다음 주에 배수와 적중률을 다시 잰다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품질 게이트를 함께 둔다 — 절감만으로 대신하지 않는다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질문과 재현 결과는 저장소 이슈로 남긴다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github.com/giyeop-cody/token-cost-lab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견적서의 나머지 항목</dc:title>
  <dc:subject>Cost-saving talk, 2026-09-20</dc:subject>
  <dc:creator>token-cost-lab</dc:creator>
  <cp:keywords>speaker notes carry scope and limits; see docs/CORRECTIONS.md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