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심화 세션이므로 각 레버의 적용 조건과 함정을 함께 말한다.</a:t>
            </a:r>
          </a:p>
          <a:p>
            <a:r>
              <a:t>숫자는 모두 시나리오·로그 재계산이며 실제 A/B가 아니다.</a:t>
            </a:r>
          </a:p>
          <a:p>
            <a:r>
              <a:t>근거: docs/CORRECTIONS.md</a:t>
            </a:r>
          </a:p>
          <a:p>
            <a:r>
              <a:t>증거 범위: 구간 표지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본편에서 다 못 다룬 레버를 심화한다. 각 레버는 '켜는 조건'과 '깨지는 조건'이 한 쌍이다.</a:t>
            </a:r>
          </a:p>
          <a:p>
            <a:r>
              <a:t>심화 세션이므로 숫자의 가정(모델 단가·토큰 수)을 슬라이드마다 확인한다.</a:t>
            </a:r>
          </a:p>
          <a:p>
            <a:r>
              <a:t>마지막에 우선순위와 보안 주의로 정리한다.</a:t>
            </a:r>
          </a:p>
          <a:p>
            <a:r>
              <a:t>근거: docs/CORRECTIONS.md</a:t>
            </a:r>
          </a:p>
          <a:p>
            <a:r>
              <a:t>증거 범위: 심화 세션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고정 20,000 + 가변 1,000 + 출력 1,500, Sonnet 단가, 100콜 조건의 계산이다.</a:t>
            </a:r>
          </a:p>
          <a:p>
            <a:r>
              <a:t>히트율은 가정값이다. 실제 값은 자기 usage의 cache_read 필드로 측정한다.</a:t>
            </a:r>
          </a:p>
          <a:p>
            <a:r>
              <a:t>저장료·TTL·최소 길이는 모델별로 다르다. 미확인 기준은 할인 가정을 하지 않는다.</a:t>
            </a:r>
          </a:p>
          <a:p>
            <a:r>
              <a:t>근거: experiments/exp03_prompt_caching.py</a:t>
            </a:r>
          </a:p>
          <a:p>
            <a:r>
              <a:t>증거 범위: 비용 시나리오 (100콜)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12,000토큰을 매번 보내던 세션을 절반으로 줄이고 캐시까지 걸었을 때의 산술이다.</a:t>
            </a:r>
          </a:p>
          <a:p>
            <a:r>
              <a:t>압축률과 정확도는 작업별로 다르다. 지시·수용 기준을 지우면 요구사항이 바뀐다.</a:t>
            </a:r>
          </a:p>
          <a:p>
            <a:r>
              <a:t>압축기 실행 비용과 지연도 손익에 포함해야 한다. 짧은 프롬프트는 압축이 손해일 수 있다.</a:t>
            </a:r>
          </a:p>
          <a:p>
            <a:r>
              <a:t>압축 자체의 지연·품질 손실은 이 계산 밖이다.</a:t>
            </a:r>
          </a:p>
          <a:p>
            <a:r>
              <a:t>근거: experiments/exp09_dry.py</a:t>
            </a:r>
          </a:p>
          <a:p>
            <a:r>
              <a:t>증거 범위: 비용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20턴 세션에 캐싱만 걸면 $1.91(+17%) — 이력 누적은 그대로 남기 때문이다.</a:t>
            </a:r>
          </a:p>
          <a:p>
            <a:r>
              <a:t>요약은 품질에 영향을 준다. 압축 과정에서 잃는 정보가 재작업을 만들면 절감이 상쇄된다.</a:t>
            </a:r>
          </a:p>
          <a:p>
            <a:r>
              <a:t>주기를 바꿔 가며 재작업률과 총비용을 함께 측정할 것을 권한다.</a:t>
            </a:r>
          </a:p>
          <a:p>
            <a:r>
              <a:t>근거: experiments/exp04_agent_loop_sdd.py</a:t>
            </a:r>
          </a:p>
          <a:p>
            <a:r>
              <a:t>증거 범위: 비용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고정 8,000토큰 프리픽스, 턴당 입력 2,000·출력 800의 계산이다.</a:t>
            </a:r>
          </a:p>
          <a:p>
            <a:r>
              <a:t>이력 재전송은 캐시 프리픽스로 접을 수 있다. 실제 적중 여부는 배치에 달렸다.</a:t>
            </a:r>
          </a:p>
          <a:p>
            <a:r>
              <a:t>출력은 단가가 비싸므로 비중이 작아도 금액 기여는 별도로 봐야 한다.</a:t>
            </a:r>
          </a:p>
          <a:p>
            <a:r>
              <a:t>근거: experiments/exp04_agent_loop_sdd.py</a:t>
            </a:r>
          </a:p>
          <a:p>
            <a:r>
              <a:t>증거 범위: 비용 시나리오 (20턴)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고정 20,000 + 가변 1,000 + 출력 1,500, Sonnet 단가, 100콜 조건의 계산이다.</a:t>
            </a:r>
          </a:p>
          <a:p>
            <a:r>
              <a:t>적중률은 관측값이 아니라 가정 축이다. 자기 usage의 cache_read로 실측해야 한다.</a:t>
            </a:r>
          </a:p>
          <a:p>
            <a:r>
              <a:t>캐시 저장료·TTL·최소 길이는 별도 조건이며, 미확인 모델은 할인을 가정하지 않는다.</a:t>
            </a:r>
          </a:p>
          <a:p>
            <a:r>
              <a:t>근거: experiments/exp03_prompt_caching.py</a:t>
            </a:r>
          </a:p>
          <a:p>
            <a:r>
              <a:t>증거 범위: 비용 시나리오 (100콜)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툴 작업량을 가정하고 메인·자식·요약 비용을 모두 합산한 값이다.</a:t>
            </a:r>
          </a:p>
          <a:p>
            <a:r>
              <a:t>서브에이전트는 요약 품질과 실패·재시도 특성이 다르다. 비용만으로 우열을 단정하지 않는다.</a:t>
            </a:r>
          </a:p>
          <a:p>
            <a:r>
              <a:t>과거의 -87%는 자식·요약을 빼고 계산한 값이어서 전체 절감으로 쓰지 않는다.</a:t>
            </a:r>
          </a:p>
          <a:p>
            <a:r>
              <a:t>근거: experiments/exp11_tool_output_bloat.py</a:t>
            </a:r>
          </a:p>
          <a:p>
            <a:r>
              <a:t>증거 범위: 전체 시스템 비용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벤치마크에서 잡은 임계값을 그대로 프로덕션에 쓰면 절감이 과대 추정된다.</a:t>
            </a:r>
          </a:p>
          <a:p>
            <a:r>
              <a:t>저볼륨에서는 라우팅 오버헤드가 절감을 상쇄한다. 반복률과 볼륨을 먼저 본다.</a:t>
            </a:r>
          </a:p>
          <a:p>
            <a:r>
              <a:t>라우터 오류율·검출률은 이 저장소에서 측정하지 않았다. 참조 구현의 회귀 테스트만 있다.</a:t>
            </a:r>
          </a:p>
          <a:p>
            <a:r>
              <a:t>근거: experiments/exp06_other_levers.py</a:t>
            </a:r>
          </a:p>
          <a:p>
            <a:r>
              <a:t>증거 범위: 시나리오 (10,000콜)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토큰 수는 그대로이고 지원 서비스에서 가격을 줄이는 레버다.</a:t>
            </a:r>
          </a:p>
          <a:p>
            <a:r>
              <a:t>실시간 UI, 대화형 코딩 에이전트처럼 대기 화면이 있는 작업에는 쓸 수 없다.</a:t>
            </a:r>
          </a:p>
          <a:p>
            <a:r>
              <a:t>지연·실패 처리·지원 조건(요청 수 상한, 결과 보관 기간)을 확인해야 한다.</a:t>
            </a:r>
          </a:p>
          <a:p>
            <a:r>
              <a:t>근거: experiments/exp06_other_levers.py</a:t>
            </a:r>
          </a:p>
          <a:p>
            <a:r>
              <a:t>증거 범위: 가격표 +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고정 발화를 두 정책으로 처리했을 때의 지출 차이다. 실제 A/B 실측이 아니다.</a:t>
            </a:r>
          </a:p>
          <a:p>
            <a:r>
              <a:t>'12배' 같은 큰 수치는 대조군을 최상위 모델로 잡았을 때만 나온다 — 그 조건을 말하지 않으면 과장이 된다.</a:t>
            </a:r>
          </a:p>
          <a:p>
            <a:r>
              <a:t>1턴·2턴처럼 짧은 리워크에서도 이득이 나는지가 도입 판단의 핵심이다.</a:t>
            </a:r>
          </a:p>
          <a:p>
            <a:r>
              <a:t>이 값은 정책 지출 모형의 재생값이다. respec 경로는 실행을 하지 않으므로 지출이 늘지 않는다.</a:t>
            </a:r>
          </a:p>
          <a:p>
            <a:r>
              <a:t>근거: analysis/lean_vs_full.py</a:t>
            </a:r>
          </a:p>
          <a:p>
            <a:r>
              <a:t>증거 범위: 정책 시나리오 재생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각 레버의 절감률을 순서대로 곱한 값이다. 실제 도입에서는 서로 겹치는 부분이 생긴다.</a:t>
            </a:r>
          </a:p>
          <a:p>
            <a:r>
              <a:t>검증된 상한도 아니다. 자기 데이터로 A/B를 돌려 확정해야 한다.</a:t>
            </a:r>
          </a:p>
          <a:p>
            <a:r>
              <a:t>레버별 적용 조건(히트율·라우팅 임계값·배치 가능성)이 다르다.</a:t>
            </a:r>
          </a:p>
          <a:p>
            <a:r>
              <a:t>근거: experiments/exp06_other_levers.py</a:t>
            </a:r>
          </a:p>
          <a:p>
            <a:r>
              <a:t>증거 범위: 순차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비교는 자동(-1) 대 미지정이다. 명시적 0과 섞으면 결론이 달라진다.</a:t>
            </a:r>
          </a:p>
          <a:p>
            <a:r>
              <a:t>±$0.05 허용오차 통과는 미지정 6/6 · 명시적 0은 5/6이다. 정확한 숫자 채점으로는 3/6이 된다 — 동등성 증명이 아니다.</a:t>
            </a:r>
          </a:p>
          <a:p>
            <a:r>
              <a:t>구모델의 thinkingBudget 로그는 역사적 관측으로 보존한다. 현재 API는 thinkingLevel을 쓴다.</a:t>
            </a:r>
          </a:p>
          <a:p>
            <a:r>
              <a:t>근거: results/thinking_sweep.jsonl (30 rows)</a:t>
            </a:r>
          </a:p>
          <a:p>
            <a:r>
              <a:t>증거 범위: 저장 API 로그 재계산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호출당 비용과 문자당 비용은 다른 질문에 대한 답이다. 하나로 다른 것을 대신하지 않는다.</a:t>
            </a:r>
          </a:p>
          <a:p>
            <a:r>
              <a:t>'한국어가 일을 덜 했다'거나 '싸 보이는 착시'로 해석하지 않는다.</a:t>
            </a:r>
          </a:p>
          <a:p>
            <a:r>
              <a:t>검정은 Welch로 계산했고 네 비교 모두 유의하다. 다만 반복 호출의 조건부 검정이며 의미량·정확도 검정이 아니다.</a:t>
            </a:r>
          </a:p>
          <a:p>
            <a:r>
              <a:t>근거: tools/stats_test.py · storage logs</a:t>
            </a:r>
          </a:p>
          <a:p>
            <a:r>
              <a:t>증거 범위: 저장 로그 80행 재계산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캐시는 비용 레버이면서 데이터 보존 문제다. 개인정보가 섞인 접두부는 캐싱 대상에서 뺀다.</a:t>
            </a:r>
          </a:p>
          <a:p>
            <a:r>
              <a:t>시맨틱 캐시는 질의가 비슷할 때 호출 자체를 제거한다. 히트율보다 오답 위험이 먼저다.</a:t>
            </a:r>
          </a:p>
          <a:p>
            <a:r>
              <a:t>TTL과 삭제 시점을 벤더 문서 기준으로 확인하고 기록해 둔다.</a:t>
            </a:r>
          </a:p>
          <a:p>
            <a:r>
              <a:t>근거: experiments/exp06_other_levers.py</a:t>
            </a:r>
          </a:p>
          <a:p>
            <a:r>
              <a:t>증거 범위: 운영 주의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다 적용하지 말고 되돌리기 쉬운 것 하나만 켜고 재측정한다.</a:t>
            </a:r>
          </a:p>
          <a:p>
            <a:r>
              <a:t>절감률은 자기 데이터에서 나온 값이어야 한다. 이 자료의 숫자는 출발점이다.</a:t>
            </a:r>
          </a:p>
          <a:p>
            <a:r>
              <a:t>발표 자료의 근거·한계·정정 이력은 저장소 문서에 그대로 남아 있다.</a:t>
            </a:r>
          </a:p>
          <a:p>
            <a:r>
              <a:t>근거: github.com/giyeop-cody/token-cost-lab</a:t>
            </a:r>
          </a:p>
          <a:p>
            <a:r>
              <a:t>증거 범위: 마무리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구간 표지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84831"/>
            <a:ext cx="3108960" cy="64008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udit:title"/>
          <p:cNvSpPr txBox="1"/>
          <p:nvPr/>
        </p:nvSpPr>
        <p:spPr>
          <a:xfrm>
            <a:off x="640080" y="2304288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6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심화 · 나머지 레버</a:t>
            </a:r>
          </a:p>
        </p:txBody>
      </p:sp>
      <p:sp>
        <p:nvSpPr>
          <p:cNvPr id="7" name="audit:hero"/>
          <p:cNvSpPr txBox="1"/>
          <p:nvPr/>
        </p:nvSpPr>
        <p:spPr>
          <a:xfrm>
            <a:off x="640080" y="338328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원칙 5개로 다 못 줄인 비용은 어디 있나</a:t>
            </a:r>
          </a:p>
        </p:txBody>
      </p:sp>
      <p:sp>
        <p:nvSpPr>
          <p:cNvPr id="8" name="audit:body-0"/>
          <p:cNvSpPr txBox="1"/>
          <p:nvPr/>
        </p:nvSpPr>
        <p:spPr>
          <a:xfrm>
            <a:off x="640080" y="422452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0">
                <a:solidFill>
                  <a:srgbClr val="C7D2DE"/>
                </a:solidFill>
                <a:latin typeface="NanumGothic"/>
                <a:ea typeface="NanumGothic"/>
                <a:cs typeface="NanumGothic"/>
              </a:rPr>
              <a:t>캐시 미스 · 압축 · 컴팩션 · 툴 출력 · 라우팅 · 배치 · 사고 예산</a:t>
            </a:r>
          </a:p>
        </p:txBody>
      </p:sp>
      <p:sp>
        <p:nvSpPr>
          <p:cNvPr id="9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docs/CORRECTIONS.md</a:t>
            </a:r>
          </a:p>
        </p:txBody>
      </p:sp>
      <p:sp>
        <p:nvSpPr>
          <p:cNvPr id="10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심화 세션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견적서의 나머지 항목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원칙 5개로 다 못 줄인 비용은 어디 있나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캐싱 · 압축 · 컴팩션 · 서브에이전트 · 라우팅 · 배치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각 레버의 조건과 함정을 한 장씩 본다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레버는 곱해진다 — 우선순위는 뒤에서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docs/CORRECTIONS.md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 (100콜)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캐시는 조건이 맞을 때만 이득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1887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$8.55 → $3.219 (-62%)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1920240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프리픽스를 매번 바꾸면 $10.05 (+17.5%)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359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고정 블록을 앞으로 모아 적중률을 올린다</a:t>
            </a:r>
          </a:p>
        </p:txBody>
      </p:sp>
      <p:pic>
        <p:nvPicPr>
          <p:cNvPr id="9" name="Picture 8" descr="cach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30" y="2670048"/>
            <a:ext cx="10247179" cy="3529584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217920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100콜 비용 (USD) · cache.png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035040" y="6217920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experiments/exp03_prompt_caching.py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620256"/>
            <a:ext cx="10972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압축과 캐싱은 대체재가 아니다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$0.4014 → $0.2007 (94% 절감)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그냥 캐싱 $0.4014 vs 절반 요약 $1.8000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지울 수 있는 반복은 지우고, 지울 수 없는 반복은 고정해 캐시에 태운다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압축률이 높을수록 조합의 이득도 커진다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experiments/exp09_dry.py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05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긴 세션은 컴팩션으로 접는다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$2.32 → $0.93 (60% 절감)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10턴마다 접으면 $1.23 (47% 절감)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너무 자주 접으면 요약 호출이 이득을 먹는다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최적 주기는 세션 길이와 요약 비용으로 정해진다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experiments/exp04_agent_loop_sdd.py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06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 (20턴)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세션 토큰의 4분의 3은 이력 재전송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1887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고정 프리픽스 22.6% · 이력 75.1%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1920240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생성(출력)은 2.3%뿐이다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359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그래서 '덜 쓰기'보다 '다시 안 보내기'가 크다</a:t>
            </a:r>
          </a:p>
        </p:txBody>
      </p:sp>
      <p:pic>
        <p:nvPicPr>
          <p:cNvPr id="9" name="Picture 8" descr="usage_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30" y="2670048"/>
            <a:ext cx="10247179" cy="3529584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217920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20턴 세션 토큰 구성 · usage_mix.png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035040" y="6217920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experiments/exp04_agent_loop_sdd.py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620256"/>
            <a:ext cx="10972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07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 (100콜)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적중률 22%면 본전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1887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캐시 없음 $8.550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1920240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적중률이 오를수록 단조 감소한다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359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미스가 섞이면 쓰기 프리미엄을 계속 문다</a:t>
            </a:r>
          </a:p>
        </p:txBody>
      </p:sp>
      <p:pic>
        <p:nvPicPr>
          <p:cNvPr id="9" name="Picture 8" descr="cache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30" y="2670048"/>
            <a:ext cx="10247179" cy="3529584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217920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적중률별 비용 (USD) · cache_hit.png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035040" y="6217920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experiments/exp03_prompt_caching.py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620256"/>
            <a:ext cx="10972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08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전체 시스템 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툴 출력과 서브에이전트는 전체 비용으로 본다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$5.6010 → $2.7360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툴 읽기 누적 전송 1,680,000 토큰 (20턴)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컴팩션 $3.4425 · 서브에이전트 $2.736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자식 호출·요약 비용까지 포함해 비교한다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experiments/exp11_tool_output_bloat.py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09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시나리오 (10,000콜)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모델 라우팅 · 쉬운 요청에 비싼 모델을 쓰지 않는다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전부 강 $350 → 절반 $184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절반만 라우팅해도 47% 절감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공격적 라우팅은 $35.17 (90% 절감)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품질 측정 도구가 먼저다 — 임계값은 주기적으로 재보정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experiments/exp06_other_levers.py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10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가격표 +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배치 API · 지연을 할인으로 바꾼다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50,000건 $675 → $337.50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입력·출력 모두 50% 할인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24시간 안에 끝나면 되는 잡만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야간 평가 · 대량 분류 · 리포트 생성 · 레포 전체 분석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experiments/exp06_other_levers.py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정책 시나리오 재생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작은 모델이 지휘한다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사다리 2.81배 (1턴 27% · 2턴 43%)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실패가 반복되면 격차가 커진다 — 6회 2.80배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짧은 리워크에서도 이득 — 1턴 27% · 2턴 43%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respec이면 실행 전에 멈추므로 실행 비용만 계산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analysis/lean_vs_full.py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순차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다섯 레버를 겹치면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1887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잔여 14.18%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1920240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시맨틱 캐시 → 라우팅 → 캐싱 → effort → 배치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359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각 레버가 자기 조건을 만족할 때의 순차 산술</a:t>
            </a:r>
          </a:p>
        </p:txBody>
      </p:sp>
      <p:pic>
        <p:nvPicPr>
          <p:cNvPr id="9" name="Picture 8" descr="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30" y="2670048"/>
            <a:ext cx="10247179" cy="3529584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217920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남은 비율 (%) · stack.png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035040" y="6217920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experiments/exp06_other_levers.py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620256"/>
            <a:ext cx="10972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저장 API 로그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안 보이는 사고 토큰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199.47배 (기존 환산 240.02배)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같은 문제를 조건당 6회 실행한 저장 로그 30행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사고가 난 호출에서 사고 토큰 비중 99.625%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예산을 지정하지 않으면 사실상 '무제한' — 명시적으로 정한다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results/thinking_sweep.jsonl (30 rows)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저장 로그 80행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언어별 비용은 지표마다 다르다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호출당 1.364배 · 0.729배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문자당(기존 환산 단가) 3.027배 · 1.363배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같은 과제라도 언어에 따라 생성 길이가 달라진다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지표를 섞으면 결론이 뒤집힌다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tools/stats_test.py · storage logs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15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운영 주의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캐싱과 개인정보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개인화 · 실시간 응답은 캐싱 금지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멀티턴은 캐시 키에 컨텍스트를 포함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시맨틱 캐시 임계값이 느슨하면 '비슷하지만 틀린 답'을 준다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삭제·TTL 정책을 프롬프트 설계와 함께 정한다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experiments/exp06_other_levers.py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16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마무리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작게 시작해서 자기 usage로 확인한다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오늘 한 가지만 켜라 — 캐시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다음 주에 배수와 적중률을 다시 잰다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품질 게이트를 함께 둔다 — 절감만으로 대신하지 않는다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질문과 재현 결과는 저장소 이슈로 남긴다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github.com/giyeop-cody/token-cost-lab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심화 · 나머지 레버</dc:title>
  <dc:subject>Cost-saving talk, 2026-09-20</dc:subject>
  <dc:creator>token-cost-lab</dc:creator>
  <cp:keywords>speaker notes carry scope and limits; see docs/CORRECTIONS.md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