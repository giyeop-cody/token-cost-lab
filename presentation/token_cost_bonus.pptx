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정정판</a:t>
            </a:r>
          </a:p>
          <a:p>
            <a:r>
              <a:t>캐시 · 루프 · 스펙 · 서브에이전트 · 정책 재생</a:t>
            </a:r>
          </a:p>
          <a:p>
            <a:r>
              <a:t>모든 숫자에는 실측/가정의 구분이 붙는다.</a:t>
            </a:r>
          </a:p>
          <a:p>
            <a:r>
              <a:t>근거: docs/CORRECTIONS.md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 가격 확인: 2026-09-20</a:t>
            </a:r>
          </a:p>
          <a:p>
            <a:r>
              <a:t>Gemini 3.1 Flash-Lite · Standard text · USD / 1M tokens</a:t>
            </a:r>
          </a:p>
          <a:p>
            <a:r>
              <a:t>출력에는 thoughtsTokenCount + candidatesTokenCount를 포함한다.</a:t>
            </a:r>
          </a:p>
          <a:p>
            <a:r>
              <a:t>기존 $1.25/$10은 발표 환산 가정으로 보존한다. Flash-Lite 공식 과거 가격이라는 뜻은 아니다.</a:t>
            </a:r>
          </a:p>
          <a:p>
            <a:r>
              <a:t>usage × 리스트 단가는 청구서가 아니다. 무료 티어·계약·세금·도구료는 별도.</a:t>
            </a:r>
          </a:p>
          <a:p>
            <a:r>
              <a:t>근거: ai.google.dev/gemini-api/docs/pricing · lab/pricing.py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가정의 2×2 비용 비교</a:t>
            </a:r>
          </a:p>
          <a:p>
            <a:r>
              <a:t>Sonnet 단가, 프리픽스 12,000, 100회: 첫 쓰기 + 이후 99회 캐시 읽기.</a:t>
            </a:r>
          </a:p>
          <a:p>
            <a:r>
              <a:t>원문 캐시 $0.4014 / 절반 압축 + 캐시 $0.2007.</a:t>
            </a:r>
          </a:p>
          <a:p>
            <a:r>
              <a:t>압축 비용·품질·최소 길이·TTL 조건을 만족해야 한다. 요약 생성 비용은 이 표 밖이다.</a:t>
            </a:r>
          </a:p>
          <a:p>
            <a:r>
              <a:t>근거: experiments/exp09_dry.py §B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 조건 + 경계값 회귀 테스트</a:t>
            </a:r>
          </a:p>
          <a:p>
            <a:r>
              <a:t>Sonnet 4.6: 1,024 / Opus 4.6: 4,096 (공식 문서 확인일 2026-09-20)</a:t>
            </a:r>
          </a:p>
          <a:p>
            <a:r>
              <a:t>짧은 프리픽스를 1K 공통 규칙으로 할인하지 않는다. 미확인 기준은 ‘미확인’으로 둔다.</a:t>
            </a:r>
          </a:p>
          <a:p>
            <a:r>
              <a:t>적격성 충족은 히트 보장이 아니다. 실제 cache usage·TTL·쓰기/저장료를 본다.</a:t>
            </a:r>
          </a:p>
          <a:p>
            <a:r>
              <a:t>근거: platform.claude.com/docs/en/build-with-claude/prompt-caching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쓰기 비용 포함 시나리오</a:t>
            </a:r>
          </a:p>
          <a:p>
            <a:r>
              <a:t>고정 20,000 + 가변 1,000, 출력 1,500, 100회, Sonnet: $8.550 → $3.219</a:t>
            </a:r>
          </a:p>
          <a:p>
            <a:r>
              <a:t>히트 0, 매번 쓰기 가정은 $10.050. 캐시 없음보다 비쌀 수 있다.</a:t>
            </a:r>
          </a:p>
          <a:p>
            <a:r>
              <a:t>‘캐싱 90%’는 캐시 읽기 단가 할인이다. 전체 세션 절감률과 다르다.</a:t>
            </a:r>
          </a:p>
          <a:p>
            <a:r>
              <a:t>근거: experiments/exp03_prompt_caching.py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비용 시나리오</a:t>
            </a:r>
          </a:p>
          <a:p>
            <a:r>
              <a:t>40턴 → 12턴은 모델의 입력 가정. 스펙이 실제 이만큼 줄였다는 관측은 없다.</a:t>
            </a:r>
          </a:p>
          <a:p>
            <a:r>
              <a:t>스펙 작성: 입력 3,000 + 출력 4,000 비용을 이미 포함한다.</a:t>
            </a:r>
          </a:p>
          <a:p>
            <a:r>
              <a:t>기존 약 71%는 캐시 예열 비용 제외. 기본은 사이클별 첫 쓰기까지 포함한다.</a:t>
            </a:r>
          </a:p>
          <a:p>
            <a:r>
              <a:t>주장 유지: 짧고 결정적인 스펙을 우선 시도하되 재작업·품질·총비용으로 검증한다.</a:t>
            </a:r>
          </a:p>
          <a:p>
            <a:r>
              <a:t>근거: experiments/exp04_agent_loop_sdd.py (--warm-cache = legacy)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순차 잔여비용 시나리오</a:t>
            </a:r>
          </a:p>
          <a:p>
            <a:r>
              <a:t>잔여비용에 30%, 40%, 50%, 25%, 10%를 순차 적용한 산술 결과.</a:t>
            </a:r>
          </a:p>
          <a:p>
            <a:r>
              <a:t>85.825%는 60–80% 범위 밖이다. ‘일치한다’는 표현은 삭제한다.</a:t>
            </a:r>
          </a:p>
          <a:p>
            <a:r>
              <a:t>레버의 중복·상호작용·추가 비용을 검증하지 않았다. 경험적 상한도 아니다.</a:t>
            </a:r>
          </a:p>
          <a:p>
            <a:r>
              <a:t>근거: experiments/exp06_other_levers.py §E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전체 시스템 비용 시나리오</a:t>
            </a:r>
          </a:p>
          <a:p>
            <a:r>
              <a:t>동일 툴 작업 가정: naive $5.6010, compact $3.4425, subagent $2.7360</a:t>
            </a:r>
          </a:p>
          <a:p>
            <a:r>
              <a:t>20턴, 매 턴 툴 8,000, 초기 5,000, 출력 300, 요약 1,500, 같은 Sonnet 단가.</a:t>
            </a:r>
          </a:p>
          <a:p>
            <a:r>
              <a:t>기존 -87%는 자식·요약 비용이 빠진 메인 컨텍스트 계산이었다.</a:t>
            </a:r>
          </a:p>
          <a:p>
            <a:r>
              <a:t>동일 작업량 가정이어도 요약 품질·실패·재시도까지 같다고 검증한 것은 아니다.</a:t>
            </a:r>
          </a:p>
          <a:p>
            <a:r>
              <a:t>근거: experiments/exp11_tool_output_bloat.py §A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정책 시뮬레이션 / 소프트웨어 테스트</a:t>
            </a:r>
          </a:p>
          <a:p>
            <a:r>
              <a:t>기존 3.06배는 고정 발화를 다른 정책으로 처리한다는 비용 재생이었다.</a:t>
            </a:r>
          </a:p>
          <a:p>
            <a:r>
              <a:t>지금은 respec의 무료 중단과 실행 비용을 분리하고, 총 입력 증가분을 한 번만 더한다.</a:t>
            </a:r>
          </a:p>
          <a:p>
            <a:r>
              <a:t>A·오케스트레이터는 범위·리셋·출력 상한·진단 후 적용 비용을 공통 함수로 계산.</a:t>
            </a:r>
          </a:p>
          <a:p>
            <a:r>
              <a:t>새 task_id의 의도 이력을 분리해 앞 작업의 재작업 상태가 새 작업으로 새지 않게 한다.</a:t>
            </a:r>
          </a:p>
          <a:p>
            <a:r>
              <a:t>근거: analysis/lean_vs_full.py · agent_setup/orchestrator.py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재현 자료</a:t>
            </a:r>
          </a:p>
          <a:p>
            <a:r>
              <a:t>results/audit_metrics.json: 저장 로그 통계 + 로컬 측정 + 시나리오를 분리한 지표.</a:t>
            </a:r>
          </a:p>
          <a:p>
            <a:r>
              <a:t>docs/CORRECTIONS.md: 무엇을 유지하고 무엇을 바꿨는지 상세 설명.</a:t>
            </a:r>
          </a:p>
          <a:p>
            <a:r>
              <a:t>SOURCES.md: 공식 단가, 논문 표, 외부 케이스의 비교 조건.</a:t>
            </a:r>
          </a:p>
          <a:p>
            <a:r>
              <a:t>원본 110행은 보존. 없는 원자료를 재측정 없이 만들어 넣지 않는다.</a:t>
            </a:r>
          </a:p>
          <a:p>
            <a:r>
              <a:t>근거: python tools/reproduce_audit.py · python tools/verify_deck.py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BONUS / 정정판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견적서의 나머지 항목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조건을 명시하는 비용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· 루프 · 스펙 · 서브에이전트 · 정책 재생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모든 숫자에는 실측/가정의 구분이 붙는다.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공식 가격 확인: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요금은 모델 ID와 단가를 함께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$0.25 / $1.50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Gemini 3.1 Flash-Lite · Standard text · USD / 1M tokens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출력에는 thoughtsTokenCount + candidatesTokenCount를 포함한다.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$1.25/$10은 발표 환산 가정으로 보존한다. Flash-Lite 공식 과거 가격이라는 뜻은 아니다.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usage × 리스트 단가는 청구서가 아니다. 무료 티어·계약·세금·도구료는 별도.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ai.google.dev/gemini-api/docs/pricing · lab/pricing.py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가정의 2×2 비용 비교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대체재만이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Sonnet 단가, 프리픽스 12,000, 100회: 첫 쓰기 + 이후 99회 캐시 읽기.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원문 캐시 $0.4014 / 절반 압축 + 캐시 $0.2007.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 비용·품질·최소 길이·TTL 조건을 만족해야 한다. 요약 생성 비용은 이 표 밖이다.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 §B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공식 조건 + 경계값 회귀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적격성은 모델별로 다르다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Haiku 4.5: 최소 4,096 토큰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Sonnet 4.6: 1,024 / Opus 4.6: 4,096 (공식 문서 확인일 2026-09-20)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프리픽스를 1K 공통 규칙으로 할인하지 않는다. 미확인 기준은 ‘미확인’으로 둔다.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적격성 충족은 히트 보장이 아니다. 실제 cache usage·TTL·쓰기/저장료를 본다.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platform.claude.com/docs/en/build-with-claude/prompt-caching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첫 쓰기 비용 포함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캐싱의 손익은 조건으로 재현한다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기본 시나리오 62.35%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20,000 + 가변 1,000, 출력 1,500, 100회, Sonnet: $8.550 → $3.219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히트 0, 매번 쓰기 가정은 $10.050. 캐시 없음보다 비쌀 수 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‘캐싱 90%’는 캐시 읽기 단가 할인이다. 전체 세션 절감률과 다르다.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SDD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SDD 절감은 ‘턴 감소’ 가정에 달린다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기존 71.0% / cold-cache 68.7%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40턴 → 12턴은 모델의 입력 가정. 스펙이 실제 이만큼 줄였다는 관측은 없다.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작성: 입력 3,000 + 출력 4,000 비용을 이미 포함한다.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약 71%는 캐시 예열 비용 제외. 기본은 사이클별 첫 쓰기까지 포함한다.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주장 유지: 짧고 결정적인 스펙을 우선 시도하되 재작업·품질·총비용으로 검증한다.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 (--warm-cache = legacy)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잔여비용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절감률을 쌓을 때도 가정을 드러낸다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85.825%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잔여비용에 30%, 40%, 50%, 25%, 10%를 순차 적용한 산술 결과.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85.825%는 60–80% 범위 밖이다. ‘일치한다’는 표현은 삭제한다.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레버의 중복·상호작용·추가 비용을 검증하지 않았다. 경험적 상한도 아니다.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 §E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서브에이전트는 전체 비용으로 비교한다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메인 + 자식 + 요약 비용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동일 툴 작업 가정: naive $5.6010, compact $3.4425, subagent $2.7360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20턴, 매 턴 툴 8,000, 초기 5,000, 출력 300, 요약 1,500, 같은 Sonnet 단가.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-87%는 자식·요약 비용이 빠진 메인 컨텍스트 계산이었다.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동일 작업량 가정이어도 요약 품질·실패·재시도까지 같다고 검증한 것은 아니다.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 §A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시뮬레이션 / 소프트웨어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사다리 재생은 정책 A/B 실측이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리플레이는 유용하다. 명칭을 바꾼다.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3.06배는 고정 발화를 다른 정책으로 처리한다는 비용 재생이었다.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지금은 respec의 무료 중단과 실행 비용을 분리하고, 총 입력 증가분을 한 번만 더한다.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A·오케스트레이터는 범위·리셋·출력 상한·진단 후 적용 비용을 공통 함수로 계산.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새 task_id의 의도 이력을 분리해 앞 작업의 재작업 상태가 새 작업으로 새지 않게 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analysis/lean_vs_full.py · agent_setup/orchestrator.py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 자료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숫자를 직접 확인할 수 있게 남긴다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원자료 · 산식 · 기준일 · 재현 명령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results/audit_metrics.json: 저장 로그 통계 + 로컬 측정 + 시나리오를 분리한 지표.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docs/CORRECTIONS.md: 무엇을 유지하고 무엇을 바꿨는지 상세 설명.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SOURCES.md: 공식 단가, 논문 표, 외부 케이스의 비교 조건.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원본 110행은 보존. 없는 원자료를 재측정 없이 만들어 넣지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python tools/reproduce_audit.py · python tools/verify_deck.py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견적서의 나머지 항목</dc:title>
  <dc:subject>Evidence-consistent correction, 2026-09-20</dc:subject>
  <dc:creator>token-cost-lab</dc:creator>
  <cp:keywords>measured logs; local encoding; explicit scenarios;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