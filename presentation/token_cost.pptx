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2026-09-20 정정판</a:t>
            </a:r>
          </a:p>
          <a:p>
            <a:r>
              <a:t>영어 활용 · KISS/DRY/YAGNI · 설명 최소화 · 결정된 스펙 주입</a:t>
            </a:r>
          </a:p>
          <a:p>
            <a:r>
              <a:t>불필요한 출력·사고·재전송을 줄이면 비용을 낮출 수 있다.</a:t>
            </a:r>
          </a:p>
          <a:p>
            <a:r>
              <a:t>이 자료는 실측, 로그 재계산, 비용 시나리오를 구분한다.</a:t>
            </a:r>
          </a:p>
          <a:p>
            <a:r>
              <a:t>근거: github.com/giyeop-cody/token-cost-lab · docs/CORRECTIONS.md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검증 범위</a:t>
            </a:r>
          </a:p>
          <a:p>
            <a:r>
              <a:t>API 저장 로그: 80건 언어 비교 + 30건 사고 예산 스윕</a:t>
            </a:r>
          </a:p>
          <a:p>
            <a:r>
              <a:t>새 로컬 실측: 대응 번역문 1,012쌍의 토크나이저 인코딩</a:t>
            </a:r>
          </a:p>
          <a:p>
            <a:r>
              <a:t>브라우저·mock: 코드 동작 검증 / 비용 시나리오: 정책 효과 실측 아님</a:t>
            </a:r>
          </a:p>
          <a:p>
            <a:r>
              <a:t>이번 정정의 새 유료 API 호출은 0회다.</a:t>
            </a:r>
          </a:p>
          <a:p>
            <a:r>
              <a:t>근거: results/audit_metrics.json · tests/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공식 가격 확인: 2026-09-20</a:t>
            </a:r>
          </a:p>
          <a:p>
            <a:r>
              <a:t>Gemini 3.1 Flash-Lite · Standard text · USD / 1M tokens</a:t>
            </a:r>
          </a:p>
          <a:p>
            <a:r>
              <a:t>출력에는 thoughtsTokenCount + candidatesTokenCount를 포함한다.</a:t>
            </a:r>
          </a:p>
          <a:p>
            <a:r>
              <a:t>기존 $1.25/$10은 발표 환산 가정으로 보존한다. Flash-Lite 공식 과거 가격이라는 뜻은 아니다.</a:t>
            </a:r>
          </a:p>
          <a:p>
            <a:r>
              <a:t>usage × 리스트 단가는 청구서가 아니다. 무료 티어·계약·세금·도구료는 별도.</a:t>
            </a:r>
          </a:p>
          <a:p>
            <a:r>
              <a:t>근거: ai.google.dev/gemini-api/docs/pricing · lab/pricing.py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새 로컬 토크나이저 실측</a:t>
            </a:r>
          </a:p>
          <a:p>
            <a:r>
              <a:t>o200k_base: EN 26,873 → KO 39,566</a:t>
            </a:r>
          </a:p>
          <a:p>
            <a:r>
              <a:t>cl100k_base: EN 27,182 → KO 64,338</a:t>
            </a:r>
          </a:p>
          <a:p>
            <a:r>
              <a:t>FLORES-200 devtest의 대응 번역 1,012쌍 전부를 문장별 인코딩, 토큰 합계의 비율.</a:t>
            </a:r>
          </a:p>
          <a:p>
            <a:r>
              <a:t>동일 단가에서의 토큰 비용 이점을 지지한다. Gemini·Claude 배수로 옮기지 않는다.</a:t>
            </a:r>
          </a:p>
          <a:p>
            <a:r>
              <a:t>근거: tools/parallel_tokenizer_bench.py · FLORES-200 devtest · NLLB Team (2022)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문자 수 실측 / 해석 제한</a:t>
            </a:r>
          </a:p>
          <a:p>
            <a:r>
              <a:t>대응 번역문인데 한국어 문자는 약 절반이다.</a:t>
            </a:r>
          </a:p>
          <a:p>
            <a:r>
              <a:t>$/1,000자는 문자 단위 지표이며 언어 간 의미량을 맞춘 지표가 아니다.</a:t>
            </a:r>
          </a:p>
          <a:p>
            <a:r>
              <a:t>‘한국어가 일을 덜 했다’는 결론은 글자 수만으로 낼 수 없다.</a:t>
            </a:r>
          </a:p>
          <a:p>
            <a:r>
              <a:t>근거: tools/parallel_tokenizer_bench.py · FLORES-200 devtest · NLLB Team (2022)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저장 API usage 재계산</a:t>
            </a:r>
          </a:p>
          <a:p>
            <a:r>
              <a:t>reason / Standard: KO/EN 호출당 0.729×</a:t>
            </a:r>
          </a:p>
          <a:p>
            <a:r>
              <a:t>reason / 기존 환산: 호출당 0.728×, 문자당 1.36×</a:t>
            </a:r>
          </a:p>
          <a:p>
            <a:r>
              <a:t>같은 입력 과제라도 생성 내용·답의 품질·추론 언어까지 같다고 확인하지 않았다.</a:t>
            </a:r>
          </a:p>
          <a:p>
            <a:r>
              <a:t>실험은 과제 2개 × 언어 2개 × 20회 반복이다. 일반 언어 벤치마크가 아니다.</a:t>
            </a:r>
          </a:p>
          <a:p>
            <a:r>
              <a:t>근거: results/live_lang_thinking.jsonl (80 rows) · tools/stats_test.py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외부 연구 결과 / 자체 재현 아님</a:t>
            </a:r>
          </a:p>
          <a:p>
            <a:r>
              <a:t>Language Matters (2025), 표 1: 한국어 MATH-500 입력, 영어 / 한국어 prefilling</a:t>
            </a:r>
          </a:p>
          <a:p>
            <a:r>
              <a:t>평가한 네 모델 평균. 모델별 차이가 크며 모든 모델·도메인의 우위는 아니다.</a:t>
            </a:r>
          </a:p>
          <a:p>
            <a:r>
              <a:t>저장소의 사고 토큰 수가 많다는 사실만으로 ‘더 깊거나 정확하다’고 증명하지 않는다.</a:t>
            </a:r>
          </a:p>
          <a:p>
            <a:r>
              <a:t>영어 활용 권장은 유지하되 자기 과제의 정확도·비용으로 확인한다.</a:t>
            </a:r>
          </a:p>
          <a:p>
            <a:r>
              <a:t>근거: arxiv.org/html/2505.17407v1#S4.T1 · SOURCES.md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저장 로그 + 두 단가의 재계산</a:t>
            </a:r>
          </a:p>
          <a:p>
            <a:r>
              <a:t>자동(-1) / 미지정 비교. 같은 문제를 조건당 6번 실행한 저장 로그.</a:t>
            </a:r>
          </a:p>
          <a:p>
            <a:r>
              <a:t>±$0.05 허용오차 통과는 각각 6/6. 일반 정확도의 동등성 증명은 아니다.</a:t>
            </a:r>
          </a:p>
          <a:p>
            <a:r>
              <a:t>자동 / 명시적 0은 Standard 195.97배. 명시적 0은 5/6.</a:t>
            </a:r>
          </a:p>
          <a:p>
            <a:r>
              <a:t>240배 메시지는 기존 환산 단가라는 조건을 붙여 유지한다.</a:t>
            </a:r>
          </a:p>
          <a:p>
            <a:r>
              <a:t>근거: results/thinking_sweep.jsonl (30 rows) · tools/thinking_sweep.py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채점 기준·표본 한계 공개</a:t>
            </a:r>
          </a:p>
          <a:p>
            <a:r>
              <a:t>순서: 미지정 / 명시적 0 / 512 / 2048 / 자동(-1), ±$0.05 기준</a:t>
            </a:r>
          </a:p>
          <a:p>
            <a:r>
              <a:t>정확히 $38.016 기준은 각각 6/6 · 5/6 · 1/6 · 4/6 · 3/6.</a:t>
            </a:r>
          </a:p>
          <a:p>
            <a:r>
              <a:t>6/6의 Wilson 95% 구간도 약 61–100%다. 동등성 검정이 아니다.</a:t>
            </a:r>
          </a:p>
          <a:p>
            <a:r>
              <a:t>512 조건은 모두 STOP, 사고 127–154 토큰. ‘예산에 잘려 오답’이라는 원인은 미확인.</a:t>
            </a:r>
          </a:p>
          <a:p>
            <a:r>
              <a:t>근거: results/thinking_sweep.jsonl (30 rows) · tools/thinking_sweep.py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통계 구현 교정</a:t>
            </a:r>
          </a:p>
          <a:p>
            <a:r>
              <a:t>reason / 문자당 / 기존 단가: 정규근사 6.08e-10 → Welch 4.02e-07</a:t>
            </a:r>
          </a:p>
          <a:p>
            <a:r>
              <a:t>평균 차이의 표준오차를 표본에서 추정하므로 정규분포보다 꼬리가 두꺼운 t분포를 사용.</a:t>
            </a:r>
          </a:p>
          <a:p>
            <a:r>
              <a:t>p = 2 × t.sf(|t|, df). 1-CDF는 작은 꼬리에서 정밀도를 잃을 수 있다.</a:t>
            </a:r>
          </a:p>
          <a:p>
            <a:r>
              <a:t>p값은 수정해야 한다. 유의성의 소멸을 뜻하지는 않는다.</a:t>
            </a:r>
          </a:p>
          <a:p>
            <a:r>
              <a:t>근거: tools/stats_test.py · scipy.stats.ttest_ind(equal_var=False) 회귀 대조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유의성 ≠ 의미량·추론 품질 증명</a:t>
            </a:r>
          </a:p>
          <a:p>
            <a:r>
              <a:t>explain 호출당: p = 1.60e-03</a:t>
            </a:r>
          </a:p>
          <a:p>
            <a:r>
              <a:t>explain 문자당: p = 3.00e-10</a:t>
            </a:r>
          </a:p>
          <a:p>
            <a:r>
              <a:t>reason 호출당: p = 7.80e-04</a:t>
            </a:r>
          </a:p>
          <a:p>
            <a:r>
              <a:t>reason 문자당: p = 4.02e-07 — 모두 기존 $1.25/$10 단가. 반복 호출의 조건부 검정.</a:t>
            </a:r>
          </a:p>
          <a:p>
            <a:r>
              <a:t>근거: results/live_lang_thinking.jsonl (80 rows) · tools/stats_test.py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실무 권장 / 조건부 효과</a:t>
            </a:r>
          </a:p>
          <a:p>
            <a:r>
              <a:t>① 영어는 토큰 효율과 추론 정확도에 유리할 수 있다. 사용자에게는 필요한 언어로 답한다.</a:t>
            </a:r>
          </a:p>
          <a:p>
            <a:r>
              <a:t>② KISS/DRY/YAGNI: 불필요한 코드·전체 재출력·재작업을 줄인다.</a:t>
            </a:r>
          </a:p>
          <a:p>
            <a:r>
              <a:t>③ 설명 길이와 사고 예산을 과제에 맞춘다. 정확도 게이트를 함께 둔다.</a:t>
            </a:r>
          </a:p>
          <a:p>
            <a:r>
              <a:t>④ 스펙에 결정을 먼저 적는다. 스펙 작성 비용과 실제 재작업 변화를 함께 잰다.</a:t>
            </a:r>
          </a:p>
          <a:p>
            <a:r>
              <a:t>근거: README.md · SOURCES.md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비용 시나리오</a:t>
            </a:r>
          </a:p>
          <a:p>
            <a:r>
              <a:t>10회 수정에서 출력만 50,000 → 3,000으로 줄인다는 가정이면 94% 절감.</a:t>
            </a:r>
          </a:p>
          <a:p>
            <a:r>
              <a:t>실제 패치가 적용되고 테스트를 통과해야 절감이 성립한다.</a:t>
            </a:r>
          </a:p>
          <a:p>
            <a:r>
              <a:t>생성 토큰 감소를 개발 시간·품질 동등성의 실측으로 바꾸어 말하지 않는다.</a:t>
            </a:r>
          </a:p>
          <a:p>
            <a:r>
              <a:t>근거: experiments/exp09_dry.py §A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가정의 2×2 비용 비교</a:t>
            </a:r>
          </a:p>
          <a:p>
            <a:r>
              <a:t>Sonnet 단가, 프리픽스 12,000, 100회: 첫 쓰기 + 이후 99회 캐시 읽기.</a:t>
            </a:r>
          </a:p>
          <a:p>
            <a:r>
              <a:t>원문 캐시 $0.4014 / 절반 압축 + 캐시 $0.2007.</a:t>
            </a:r>
          </a:p>
          <a:p>
            <a:r>
              <a:t>압축 비용·품질·최소 길이·TTL 조건을 만족해야 한다. 요약 생성 비용은 이 표 밖이다.</a:t>
            </a:r>
          </a:p>
          <a:p>
            <a:r>
              <a:t>근거: experiments/exp09_dry.py §B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비용 시나리오 / exp02</a:t>
            </a:r>
          </a:p>
          <a:p>
            <a:r>
              <a:t>출력 단가가 더 높으면, 짧은 출력 대신 조금 긴 입력이 유리할 수 있다.</a:t>
            </a:r>
          </a:p>
          <a:p>
            <a:r>
              <a:t>입력이 늘어난 만큼 출력을 실제로 줄였는지 usage로 확인한다.</a:t>
            </a:r>
          </a:p>
          <a:p>
            <a:r>
              <a:t>‘입력 3배·비용 66% 절감’은 exp02의 특정 토큰 가정이지 보편 실측률이 아니다.</a:t>
            </a:r>
          </a:p>
          <a:p>
            <a:r>
              <a:t>근거: experiments/exp02_output_to_input.py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공식 조건 + 경계값 회귀 테스트</a:t>
            </a:r>
          </a:p>
          <a:p>
            <a:r>
              <a:t>Sonnet 4.6: 1,024 / Opus 4.6: 4,096 (공식 문서 확인일 2026-09-20)</a:t>
            </a:r>
          </a:p>
          <a:p>
            <a:r>
              <a:t>짧은 프리픽스를 1K 공통 규칙으로 할인하지 않는다. 미확인 기준은 ‘미확인’으로 둔다.</a:t>
            </a:r>
          </a:p>
          <a:p>
            <a:r>
              <a:t>적격성 충족은 히트 보장이 아니다. 실제 cache usage·TTL·쓰기/저장료를 본다.</a:t>
            </a:r>
          </a:p>
          <a:p>
            <a:r>
              <a:t>근거: platform.claude.com/docs/en/build-with-claude/prompt-caching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쓰기 비용 포함 시나리오</a:t>
            </a:r>
          </a:p>
          <a:p>
            <a:r>
              <a:t>고정 20,000 + 가변 1,000, 출력 1,500, 100회, Sonnet: $8.550 → $3.219</a:t>
            </a:r>
          </a:p>
          <a:p>
            <a:r>
              <a:t>히트 0, 매번 쓰기 가정은 $10.050. 캐시 없음보다 비쌀 수 있다.</a:t>
            </a:r>
          </a:p>
          <a:p>
            <a:r>
              <a:t>‘캐싱 90%’는 캐시 읽기 단가 할인이다. 전체 세션 절감률과 다르다.</a:t>
            </a:r>
          </a:p>
          <a:p>
            <a:r>
              <a:t>근거: experiments/exp03_prompt_caching.py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역사적 시나리오 / 수정 시나리오</a:t>
            </a:r>
          </a:p>
          <a:p>
            <a:r>
              <a:t>기존: A 6턴 / B 2턴, 출력 확대 2.9배, effort 0.35, 한국어 사고 승수 1.44 등 가정.</a:t>
            </a:r>
          </a:p>
          <a:p>
            <a:r>
              <a:t>기본: 사고 언어 승수는 1.0, 최소 길이 미달 캐싱은 미적용.</a:t>
            </a:r>
          </a:p>
          <a:p>
            <a:r>
              <a:t>두 조건 모두 일부 실파일 인코딩이 포함된 비용 모형. 실제 품질 동등 A/B가 아니다.</a:t>
            </a:r>
          </a:p>
          <a:p>
            <a:r>
              <a:t>python demo/compare_personas.py --scenario legacy 로 기존 발표 수치 재현.</a:t>
            </a:r>
          </a:p>
          <a:p>
            <a:r>
              <a:t>근거: demo/results.json · demo/results_current.json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SDD 비용 시나리오</a:t>
            </a:r>
          </a:p>
          <a:p>
            <a:r>
              <a:t>40턴 → 12턴은 모델의 입력 가정. 스펙이 실제 이만큼 줄였다는 관측은 없다.</a:t>
            </a:r>
          </a:p>
          <a:p>
            <a:r>
              <a:t>스펙 작성: 입력 3,000 + 출력 4,000 비용을 이미 포함한다.</a:t>
            </a:r>
          </a:p>
          <a:p>
            <a:r>
              <a:t>기존 약 71%는 캐시 예열 비용 제외. 기본은 사이클별 첫 쓰기까지 포함한다.</a:t>
            </a:r>
          </a:p>
          <a:p>
            <a:r>
              <a:t>주장 유지: 짧고 결정적인 스펙을 우선 시도하되 재작업·품질·총비용으로 검증한다.</a:t>
            </a:r>
          </a:p>
          <a:p>
            <a:r>
              <a:t>근거: experiments/exp04_agent_loop_sdd.py (--warm-cache = legacy)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추정 usage의 비용 재계산</a:t>
            </a:r>
          </a:p>
          <a:p>
            <a:r>
              <a:t>고정 usage 추정치 + GPT-5 단가: $0.07135 → $0.06540</a:t>
            </a:r>
          </a:p>
          <a:p>
            <a:r>
              <a:t>토큰 합계 7,868 → 8,010 (+1.8%). 실제 청구 usage가 아니라 세션 추정치다.</a:t>
            </a:r>
          </a:p>
          <a:p>
            <a:r>
              <a:t>캐시 적격성 미확인. 모든 추정 입력을 신규 입력으로 환산하면 -8.1%.</a:t>
            </a:r>
          </a:p>
          <a:p>
            <a:r>
              <a:t>Spec은 Vibe 결과를 역산. 백지 스펙 비용·재작업 감소·품질 동등성을 검증한 것은 아니다.</a:t>
            </a:r>
          </a:p>
          <a:p>
            <a:r>
              <a:t>근거: demo/vibe_vs_spec/usage.json · verify_ac.py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외부 보고의 범위 제한</a:t>
            </a:r>
          </a:p>
          <a:p>
            <a:r>
              <a:t>Spec-Kit +97~109%: OpenSpec 대비 두 사례의 외부 블로그 보고. 둘 다 SDD 접근.</a:t>
            </a:r>
          </a:p>
          <a:p>
            <a:r>
              <a:t>ETH AGENTS.md 연구: 저장소 컨텍스트 파일 조건. 모든 짧은 스펙이 손해라는 실험 아님.</a:t>
            </a:r>
          </a:p>
          <a:p>
            <a:r>
              <a:t>짧고 필요한 요구사항만 쓰라는 실무 원칙은 유지하되 효과를 직접 측정한다.</a:t>
            </a:r>
          </a:p>
          <a:p>
            <a:r>
              <a:t>근거: SOURCES.md §4 · arxiv.org/html/2602.11988v1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순차 잔여비용 시나리오</a:t>
            </a:r>
          </a:p>
          <a:p>
            <a:r>
              <a:t>잔여비용에 30%, 40%, 50%, 25%, 10%를 순차 적용한 산술 결과.</a:t>
            </a:r>
          </a:p>
          <a:p>
            <a:r>
              <a:t>85.825%는 60–80% 범위 밖이다. ‘일치한다’는 표현은 삭제한다.</a:t>
            </a:r>
          </a:p>
          <a:p>
            <a:r>
              <a:t>레버의 중복·상호작용·추가 비용을 검증하지 않았다. 경험적 상한도 아니다.</a:t>
            </a:r>
          </a:p>
          <a:p>
            <a:r>
              <a:t>근거: experiments/exp06_other_levers.py §E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전체 시스템 비용 시나리오</a:t>
            </a:r>
          </a:p>
          <a:p>
            <a:r>
              <a:t>동일 툴 작업 가정: naive $5.6010, compact $3.4425, subagent $2.7360</a:t>
            </a:r>
          </a:p>
          <a:p>
            <a:r>
              <a:t>20턴, 매 턴 툴 8,000, 초기 5,000, 출력 300, 요약 1,500, 같은 Sonnet 단가.</a:t>
            </a:r>
          </a:p>
          <a:p>
            <a:r>
              <a:t>기존 -87%는 자식·요약 비용이 빠진 메인 컨텍스트 계산이었다.</a:t>
            </a:r>
          </a:p>
          <a:p>
            <a:r>
              <a:t>동일 작업량 가정이어도 요약 품질·실패·재시도까지 같다고 검증한 것은 아니다.</a:t>
            </a:r>
          </a:p>
          <a:p>
            <a:r>
              <a:t>근거: experiments/exp11_tool_output_bloat.py §A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참조 구현 + 반례 회귀 테스트</a:t>
            </a:r>
          </a:p>
          <a:p>
            <a:r>
              <a:t>설계·구현·설명 목적을 파일·검색·변환 같은 부수 단어보다 먼저 본다.</a:t>
            </a:r>
          </a:p>
          <a:p>
            <a:r>
              <a:t>구성한 반례 테스트는 회귀 검증이지 실사용 오류율 추정이 아니다.</a:t>
            </a:r>
          </a:p>
          <a:p>
            <a:r>
              <a:t>기본 tier 단가는 모델의 공식 가격이 아니라 명시적 비용 시나리오다.</a:t>
            </a:r>
          </a:p>
          <a:p>
            <a:r>
              <a:t>근거: agent_setup/router.py · tests/test_regressions.py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정책 시뮬레이션 / 소프트웨어 테스트</a:t>
            </a:r>
          </a:p>
          <a:p>
            <a:r>
              <a:t>기존 3.06배는 고정 발화를 다른 정책으로 처리한다는 비용 재생이었다.</a:t>
            </a:r>
          </a:p>
          <a:p>
            <a:r>
              <a:t>지금은 respec의 무료 중단과 실행 비용을 분리하고, 총 입력 증가분을 한 번만 더한다.</a:t>
            </a:r>
          </a:p>
          <a:p>
            <a:r>
              <a:t>A·오케스트레이터는 범위·리셋·출력 상한·진단 후 적용 비용을 공통 함수로 계산.</a:t>
            </a:r>
          </a:p>
          <a:p>
            <a:r>
              <a:t>새 task_id의 의도 이력을 분리해 앞 작업의 재작업 상태가 새 작업으로 새지 않게 한다.</a:t>
            </a:r>
          </a:p>
          <a:p>
            <a:r>
              <a:t>근거: analysis/lean_vs_full.py · agent_setup/orchestrator.py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오프라인 회귀·변조 테스트</a:t>
            </a:r>
          </a:p>
          <a:p>
            <a:r>
              <a:t>슬라이드 240 → 999 변조를 거부: 실제 PPTX의 모든 텍스트와 생성 근거를 대조.</a:t>
            </a:r>
          </a:p>
          <a:p>
            <a:r>
              <a:t>모바일 1열 → 2열 변조, 동작 없는 메모 HTML을 브라우저 AC가 거부.</a:t>
            </a:r>
          </a:p>
          <a:p>
            <a:r>
              <a:t>실패 assertion은 exit 1. shell pipefail로 파이프 뒤에서도 실패를 보존.</a:t>
            </a:r>
          </a:p>
          <a:p>
            <a:r>
              <a:t>mock은 요청 구조·계산 검증일 뿐 새 live 측정으로 소개하지 않는다.</a:t>
            </a:r>
          </a:p>
          <a:p>
            <a:r>
              <a:t>근거: tests/ · tools/verify_deck.py · tools/browser_ac.py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공식 스키마 + mock 회귀</a:t>
            </a:r>
          </a:p>
          <a:p>
            <a:r>
              <a:t>Gemini promptTokenCount는 캐시 입력을 포함. cost()에 전체 prompt와 cached를 전달.</a:t>
            </a:r>
          </a:p>
          <a:p>
            <a:r>
              <a:t>Gemini Content는 role + parts. 모델 응답의 thoughtSignature와 functionCall id를 보존.</a:t>
            </a:r>
          </a:p>
          <a:p>
            <a:r>
              <a:t>툴 내용은 두 번째 요청에서 처음 입력되고 세 번째 요청에서 재전송된다.</a:t>
            </a:r>
          </a:p>
          <a:p>
            <a:r>
              <a:t>요청 실패·절단·키 없음은 미검증/실패로 기록. 3벤더 ‘확인됨’을 미리 출력하지 않는다.</a:t>
            </a:r>
          </a:p>
          <a:p>
            <a:r>
              <a:t>근거: experiments/exp10_thinking_cross_vendor.py · exp11_tool_output_bloat.py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재현 자료</a:t>
            </a:r>
          </a:p>
          <a:p>
            <a:r>
              <a:t>results/audit_metrics.json: 저장 로그 통계 + 로컬 측정 + 시나리오를 분리한 지표.</a:t>
            </a:r>
          </a:p>
          <a:p>
            <a:r>
              <a:t>docs/CORRECTIONS.md: 무엇을 유지하고 무엇을 바꿨는지 상세 설명.</a:t>
            </a:r>
          </a:p>
          <a:p>
            <a:r>
              <a:t>SOURCES.md: 공식 단가, 논문 표, 외부 케이스의 비교 조건.</a:t>
            </a:r>
          </a:p>
          <a:p>
            <a:r>
              <a:t>원본 110행은 보존. 없는 원자료를 재측정 없이 만들어 넣지 않는다.</a:t>
            </a:r>
          </a:p>
          <a:p>
            <a:r>
              <a:t>근거: python tools/reproduce_audit.py · python tools/verify_deck.py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 실행</a:t>
            </a:r>
          </a:p>
          <a:p>
            <a:r>
              <a:t>주장은 유지한다: 불필요한 생성·사고·재전송은 줄일 가치가 있다.</a:t>
            </a:r>
          </a:p>
          <a:p>
            <a:r>
              <a:t>배수는 모델·단가·과제·시나리오에 붙여 말한다. 절감만으로 품질을 대신하지 않는다.</a:t>
            </a:r>
          </a:p>
          <a:p>
            <a:r>
              <a:t>정확도·재작업·총비용을 함께 측정해 실제 배포 정책을 선택한다.</a:t>
            </a:r>
          </a:p>
          <a:p>
            <a:r>
              <a:t>근거: github.com/giyeop-cody/token-cost-lab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01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2026-09-20 정정판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시키지도 않은 시공비 청구서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주장은 유지. 근거는 정확하게.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영어 활용 · KISS/DRY/YAGNI · 설명 최소화 · 결정된 스펙 주입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불필요한 출력·사고·재전송을 줄이면 비용을 낮출 수 있다.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이 자료는 실측, 로그 재계산, 비용 시나리오를 구분한다.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github.com/giyeop-cody/token-cost-lab · docs/CORRECTIONS.md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02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검증 범위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숫자마다 증거의 종류를 붙인다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측정 ≠ 가정 ≠ 인과 효과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API 저장 로그: 80건 언어 비교 + 30건 사고 예산 스윕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새 로컬 실측: 대응 번역문 1,012쌍의 토크나이저 인코딩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브라우저·mock: 코드 동작 검증 / 비용 시나리오: 정책 효과 실측 아님</a:t>
            </a:r>
          </a:p>
        </p:txBody>
      </p:sp>
      <p:sp>
        <p:nvSpPr>
          <p:cNvPr id="10" name="audit:body-3"/>
          <p:cNvSpPr txBox="1"/>
          <p:nvPr/>
        </p:nvSpPr>
        <p:spPr>
          <a:xfrm>
            <a:off x="777240" y="478231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이번 정정의 새 유료 API 호출은 0회다.</a:t>
            </a:r>
          </a:p>
        </p:txBody>
      </p:sp>
      <p:sp>
        <p:nvSpPr>
          <p:cNvPr id="11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results/audit_metrics.json · tests/</a:t>
            </a:r>
          </a:p>
        </p:txBody>
      </p:sp>
      <p:sp>
        <p:nvSpPr>
          <p:cNvPr id="12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03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공식 가격 확인: 2026-09-20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요금은 모델 ID와 단가를 함께 본다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$0.25 / $1.50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Gemini 3.1 Flash-Lite · Standard text · USD / 1M tokens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출력에는 thoughtsTokenCount + candidatesTokenCount를 포함한다.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기존 $1.25/$10은 발표 환산 가정으로 보존한다. Flash-Lite 공식 과거 가격이라는 뜻은 아니다.</a:t>
            </a:r>
          </a:p>
        </p:txBody>
      </p:sp>
      <p:sp>
        <p:nvSpPr>
          <p:cNvPr id="10" name="audit:body-3"/>
          <p:cNvSpPr txBox="1"/>
          <p:nvPr/>
        </p:nvSpPr>
        <p:spPr>
          <a:xfrm>
            <a:off x="777240" y="478231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usage × 리스트 단가는 청구서가 아니다. 무료 티어·계약·세금·도구료는 별도.</a:t>
            </a:r>
          </a:p>
        </p:txBody>
      </p:sp>
      <p:sp>
        <p:nvSpPr>
          <p:cNvPr id="11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ai.google.dev/gemini-api/docs/pricing · lab/pricing.py</a:t>
            </a:r>
          </a:p>
        </p:txBody>
      </p:sp>
      <p:sp>
        <p:nvSpPr>
          <p:cNvPr id="12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04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새 로컬 토크나이저 실측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대응 번역문에서는 한국어 토큰이 더 많다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1.4723× / 2.3669×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o200k_base: EN 26,873 → KO 39,566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cl100k_base: EN 27,182 → KO 64,338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FLORES-200 devtest의 대응 번역 1,012쌍 전부를 문장별 인코딩, 토큰 합계의 비율.</a:t>
            </a:r>
          </a:p>
        </p:txBody>
      </p:sp>
      <p:sp>
        <p:nvSpPr>
          <p:cNvPr id="10" name="audit:body-3"/>
          <p:cNvSpPr txBox="1"/>
          <p:nvPr/>
        </p:nvSpPr>
        <p:spPr>
          <a:xfrm>
            <a:off x="777240" y="478231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동일 단가에서의 토큰 비용 이점을 지지한다. Gemini·Claude 배수로 옮기지 않는다.</a:t>
            </a:r>
          </a:p>
        </p:txBody>
      </p:sp>
      <p:sp>
        <p:nvSpPr>
          <p:cNvPr id="11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tools/parallel_tokenizer_bench.py · FLORES-200 devtest · NLLB Team (2022)</a:t>
            </a:r>
          </a:p>
        </p:txBody>
      </p:sp>
      <p:sp>
        <p:nvSpPr>
          <p:cNvPr id="12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05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문자 수 실측 / 해석 제한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짧은 한국어가 적은 의미를 뜻하지 않는다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한국어 글자 수 = 영어의 49.99%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대응 번역문인데 한국어 문자는 약 절반이다.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$/1,000자는 문자 단위 지표이며 언어 간 의미량을 맞춘 지표가 아니다.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‘한국어가 일을 덜 했다’는 결론은 글자 수만으로 낼 수 없다.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tools/parallel_tokenizer_bench.py · FLORES-200 devtest · NLLB Team (2022)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06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저장 API usage 재계산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호출당 비용과 문자당 비용은 다른 질문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둘 다 보고, 한쪽을 착시라 부르지 않는다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reason / Standard: KO/EN 호출당 0.729×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reason / 기존 환산: 호출당 0.728×, 문자당 1.36×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같은 입력 과제라도 생성 내용·답의 품질·추론 언어까지 같다고 확인하지 않았다.</a:t>
            </a:r>
          </a:p>
        </p:txBody>
      </p:sp>
      <p:sp>
        <p:nvSpPr>
          <p:cNvPr id="10" name="audit:body-3"/>
          <p:cNvSpPr txBox="1"/>
          <p:nvPr/>
        </p:nvSpPr>
        <p:spPr>
          <a:xfrm>
            <a:off x="777240" y="478231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실험은 과제 2개 × 언어 2개 × 20회 반복이다. 일반 언어 벤치마크가 아니다.</a:t>
            </a:r>
          </a:p>
        </p:txBody>
      </p:sp>
      <p:sp>
        <p:nvSpPr>
          <p:cNvPr id="11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results/live_lang_thinking.jsonl (80 rows) · tools/stats_test.py</a:t>
            </a:r>
          </a:p>
        </p:txBody>
      </p:sp>
      <p:sp>
        <p:nvSpPr>
          <p:cNvPr id="12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07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외부 연구 결과 / 자체 재현 아님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영어 추론의 이점은 정확도로 뒷받침한다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83.7% vs 75.4%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Language Matters (2025), 표 1: 한국어 MATH-500 입력, 영어 / 한국어 prefilling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평가한 네 모델 평균. 모델별 차이가 크며 모든 모델·도메인의 우위는 아니다.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저장소의 사고 토큰 수가 많다는 사실만으로 ‘더 깊거나 정확하다’고 증명하지 않는다.</a:t>
            </a:r>
          </a:p>
        </p:txBody>
      </p:sp>
      <p:sp>
        <p:nvSpPr>
          <p:cNvPr id="10" name="audit:body-3"/>
          <p:cNvSpPr txBox="1"/>
          <p:nvPr/>
        </p:nvSpPr>
        <p:spPr>
          <a:xfrm>
            <a:off x="777240" y="478231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영어 활용 권장은 유지하되 자기 과제의 정확도·비용으로 확인한다.</a:t>
            </a:r>
          </a:p>
        </p:txBody>
      </p:sp>
      <p:sp>
        <p:nvSpPr>
          <p:cNvPr id="11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arxiv.org/html/2505.17407v1#S4.T1 · SOURCES.md</a:t>
            </a:r>
          </a:p>
        </p:txBody>
      </p:sp>
      <p:sp>
        <p:nvSpPr>
          <p:cNvPr id="12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08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저장 로그 + 두 단가의 재계산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간단한 계산에도 사고가 비용을 크게 늘린다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약 199.47배 / 기존 240.02배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자동(-1) / 미지정 비교. 같은 문제를 조건당 6번 실행한 저장 로그.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±$0.05 허용오차 통과는 각각 6/6. 일반 정확도의 동등성 증명은 아니다.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자동 / 명시적 0은 Standard 195.97배. 명시적 0은 5/6.</a:t>
            </a:r>
          </a:p>
        </p:txBody>
      </p:sp>
      <p:sp>
        <p:nvSpPr>
          <p:cNvPr id="10" name="audit:body-3"/>
          <p:cNvSpPr txBox="1"/>
          <p:nvPr/>
        </p:nvSpPr>
        <p:spPr>
          <a:xfrm>
            <a:off x="777240" y="478231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240배 메시지는 기존 환산 단가라는 조건을 붙여 유지한다.</a:t>
            </a:r>
          </a:p>
        </p:txBody>
      </p:sp>
      <p:sp>
        <p:nvSpPr>
          <p:cNvPr id="11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results/thinking_sweep.jsonl (30 rows) · tools/thinking_sweep.py</a:t>
            </a:r>
          </a:p>
        </p:txBody>
      </p:sp>
      <p:sp>
        <p:nvSpPr>
          <p:cNvPr id="12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09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채점 기준·표본 한계 공개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미지정과 0을 합치지 않는다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6/6 · 5/6 · 2/6 · 6/6 · 6/6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순서: 미지정 / 명시적 0 / 512 / 2048 / 자동(-1), ±$0.05 기준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정확히 $38.016 기준은 각각 6/6 · 5/6 · 1/6 · 4/6 · 3/6.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6/6의 Wilson 95% 구간도 약 61–100%다. 동등성 검정이 아니다.</a:t>
            </a:r>
          </a:p>
        </p:txBody>
      </p:sp>
      <p:sp>
        <p:nvSpPr>
          <p:cNvPr id="10" name="audit:body-3"/>
          <p:cNvSpPr txBox="1"/>
          <p:nvPr/>
        </p:nvSpPr>
        <p:spPr>
          <a:xfrm>
            <a:off x="777240" y="478231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512 조건은 모두 STOP, 사고 127–154 토큰. ‘예산에 잘려 오답’이라는 원인은 미확인.</a:t>
            </a:r>
          </a:p>
        </p:txBody>
      </p:sp>
      <p:sp>
        <p:nvSpPr>
          <p:cNvPr id="11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results/thinking_sweep.jsonl (30 rows) · tools/thinking_sweep.py</a:t>
            </a:r>
          </a:p>
        </p:txBody>
      </p:sp>
      <p:sp>
        <p:nvSpPr>
          <p:cNvPr id="12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10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통계 구현 교정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Welch 검정은 t분포를 쓴다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t = 6.188 · 자유도 = 35.713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reason / 문자당 / 기존 단가: 정규근사 6.08e-10 → Welch 4.02e-07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평균 차이의 표준오차를 표본에서 추정하므로 정규분포보다 꼬리가 두꺼운 t분포를 사용.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p = 2 × t.sf(|t|, df). 1-CDF는 작은 꼬리에서 정밀도를 잃을 수 있다.</a:t>
            </a:r>
          </a:p>
        </p:txBody>
      </p:sp>
      <p:sp>
        <p:nvSpPr>
          <p:cNvPr id="10" name="audit:body-3"/>
          <p:cNvSpPr txBox="1"/>
          <p:nvPr/>
        </p:nvSpPr>
        <p:spPr>
          <a:xfrm>
            <a:off x="777240" y="478231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p값은 수정해야 한다. 유의성의 소멸을 뜻하지는 않는다.</a:t>
            </a:r>
          </a:p>
        </p:txBody>
      </p:sp>
      <p:sp>
        <p:nvSpPr>
          <p:cNvPr id="11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tools/stats_test.py · scipy.stats.ttest_ind(equal_var=False) 회귀 대조</a:t>
            </a:r>
          </a:p>
        </p:txBody>
      </p:sp>
      <p:sp>
        <p:nvSpPr>
          <p:cNvPr id="12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11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유의성 ≠ 의미량·추론 품질 증명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교정 후에도 비용 차이의 유의성은 유지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네 비교 모두 Bonferroni(4) 통과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explain 호출당: p = 1.60e-03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explain 문자당: p = 3.00e-10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reason 호출당: p = 7.80e-04</a:t>
            </a:r>
          </a:p>
        </p:txBody>
      </p:sp>
      <p:sp>
        <p:nvSpPr>
          <p:cNvPr id="10" name="audit:body-3"/>
          <p:cNvSpPr txBox="1"/>
          <p:nvPr/>
        </p:nvSpPr>
        <p:spPr>
          <a:xfrm>
            <a:off x="777240" y="478231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reason 문자당: p = 4.02e-07 — 모두 기존 $1.25/$10 단가. 반복 호출의 조건부 검정.</a:t>
            </a:r>
          </a:p>
        </p:txBody>
      </p:sp>
      <p:sp>
        <p:nvSpPr>
          <p:cNvPr id="11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results/live_lang_thinking.jsonl (80 rows) · tools/stats_test.py</a:t>
            </a:r>
          </a:p>
        </p:txBody>
      </p:sp>
      <p:sp>
        <p:nvSpPr>
          <p:cNvPr id="12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12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실무 권장 / 조건부 효과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네 가지 원칙은 그대로 쓴다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필요한 결과만, 적합한 설정으로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① 영어는 토큰 효율과 추론 정확도에 유리할 수 있다. 사용자에게는 필요한 언어로 답한다.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② KISS/DRY/YAGNI: 불필요한 코드·전체 재출력·재작업을 줄인다.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③ 설명 길이와 사고 예산을 과제에 맞춘다. 정확도 게이트를 함께 둔다.</a:t>
            </a:r>
          </a:p>
        </p:txBody>
      </p:sp>
      <p:sp>
        <p:nvSpPr>
          <p:cNvPr id="10" name="audit:body-3"/>
          <p:cNvSpPr txBox="1"/>
          <p:nvPr/>
        </p:nvSpPr>
        <p:spPr>
          <a:xfrm>
            <a:off x="777240" y="478231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④ 스펙에 결정을 먼저 적는다. 스펙 작성 비용과 실제 재작업 변화를 함께 잰다.</a:t>
            </a:r>
          </a:p>
        </p:txBody>
      </p:sp>
      <p:sp>
        <p:nvSpPr>
          <p:cNvPr id="11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README.md · SOURCES.md</a:t>
            </a:r>
          </a:p>
        </p:txBody>
      </p:sp>
      <p:sp>
        <p:nvSpPr>
          <p:cNvPr id="12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13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비용 시나리오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DRY: 전체 파일 대신 변경분을 받는다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5,000 → 300 토큰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10회 수정에서 출력만 50,000 → 3,000으로 줄인다는 가정이면 94% 절감.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실제 패치가 적용되고 테스트를 통과해야 절감이 성립한다.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생성 토큰 감소를 개발 시간·품질 동등성의 실측으로 바꾸어 말하지 않는다.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experiments/exp09_dry.py §A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14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같은 가정의 2×2 비용 비교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압축과 캐싱은 대체재만이 아니다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$0.4014 → $0.2007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Sonnet 단가, 프리픽스 12,000, 100회: 첫 쓰기 + 이후 99회 캐시 읽기.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원문 캐시 $0.4014 / 절반 압축 + 캐시 $0.2007.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압축 비용·품질·최소 길이·TTL 조건을 만족해야 한다. 요약 생성 비용은 이 표 밖이다.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experiments/exp09_dry.py §B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15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비용 시나리오 / exp02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출력 대신 결정된 입력에 비용을 쓴다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단가 차이는 지렛대, 품질은 별도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출력 단가가 더 높으면, 짧은 출력 대신 조금 긴 입력이 유리할 수 있다.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입력이 늘어난 만큼 출력을 실제로 줄였는지 usage로 확인한다.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‘입력 3배·비용 66% 절감’은 exp02의 특정 토큰 가정이지 보편 실측률이 아니다.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experiments/exp02_output_to_input.py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16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공식 조건 + 경계값 회귀 테스트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캐시 적격성은 모델별로 다르다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Haiku 4.5: 최소 4,096 토큰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Sonnet 4.6: 1,024 / Opus 4.6: 4,096 (공식 문서 확인일 2026-09-20)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짧은 프리픽스를 1K 공통 규칙으로 할인하지 않는다. 미확인 기준은 ‘미확인’으로 둔다.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적격성 충족은 히트 보장이 아니다. 실제 cache usage·TTL·쓰기/저장료를 본다.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platform.claude.com/docs/en/build-with-claude/prompt-caching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17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첫 쓰기 비용 포함 시나리오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캐싱의 손익은 조건으로 재현한다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기본 시나리오 62.35% 절감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고정 20,000 + 가변 1,000, 출력 1,500, 100회, Sonnet: $8.550 → $3.219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히트 0, 매번 쓰기 가정은 $10.050. 캐시 없음보다 비쌀 수 있다.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‘캐싱 90%’는 캐시 읽기 단가 할인이다. 전체 세션 절감률과 다르다.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experiments/exp03_prompt_caching.py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18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역사적 시나리오 / 수정 시나리오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20.8배는 페르소나 시나리오로 보존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기존 20.8배 / 수정 기본 19.0배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기존: A 6턴 / B 2턴, 출력 확대 2.9배, effort 0.35, 한국어 사고 승수 1.44 등 가정.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기본: 사고 언어 승수는 1.0, 최소 길이 미달 캐싱은 미적용.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두 조건 모두 일부 실파일 인코딩이 포함된 비용 모형. 실제 품질 동등 A/B가 아니다.</a:t>
            </a:r>
          </a:p>
        </p:txBody>
      </p:sp>
      <p:sp>
        <p:nvSpPr>
          <p:cNvPr id="10" name="audit:body-3"/>
          <p:cNvSpPr txBox="1"/>
          <p:nvPr/>
        </p:nvSpPr>
        <p:spPr>
          <a:xfrm>
            <a:off x="777240" y="478231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python demo/compare_personas.py --scenario legacy 로 기존 발표 수치 재현.</a:t>
            </a:r>
          </a:p>
        </p:txBody>
      </p:sp>
      <p:sp>
        <p:nvSpPr>
          <p:cNvPr id="11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demo/results.json · demo/results_current.json</a:t>
            </a:r>
          </a:p>
        </p:txBody>
      </p:sp>
      <p:sp>
        <p:nvSpPr>
          <p:cNvPr id="12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19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SDD 비용 시나리오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SDD 절감은 ‘턴 감소’ 가정에 달린다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기존 71.0% / cold-cache 68.7%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40턴 → 12턴은 모델의 입력 가정. 스펙이 실제 이만큼 줄였다는 관측은 없다.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스펙 작성: 입력 3,000 + 출력 4,000 비용을 이미 포함한다.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기존 약 71%는 캐시 예열 비용 제외. 기본은 사이클별 첫 쓰기까지 포함한다.</a:t>
            </a:r>
          </a:p>
        </p:txBody>
      </p:sp>
      <p:sp>
        <p:nvSpPr>
          <p:cNvPr id="10" name="audit:body-3"/>
          <p:cNvSpPr txBox="1"/>
          <p:nvPr/>
        </p:nvSpPr>
        <p:spPr>
          <a:xfrm>
            <a:off x="777240" y="478231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주장 유지: 짧고 결정적인 스펙을 우선 시도하되 재작업·품질·총비용으로 검증한다.</a:t>
            </a:r>
          </a:p>
        </p:txBody>
      </p:sp>
      <p:sp>
        <p:nvSpPr>
          <p:cNvPr id="11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experiments/exp04_agent_loop_sdd.py (--warm-cache = legacy)</a:t>
            </a:r>
          </a:p>
        </p:txBody>
      </p:sp>
      <p:sp>
        <p:nvSpPr>
          <p:cNvPr id="12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20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추정 usage의 비용 재계산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카페 케이스: 절감 관측의 증거 수준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usage 추정치 환산 -8.3%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고정 usage 추정치 + GPT-5 단가: $0.07135 → $0.06540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토큰 합계 7,868 → 8,010 (+1.8%). 실제 청구 usage가 아니라 세션 추정치다.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캐시 적격성 미확인. 모든 추정 입력을 신규 입력으로 환산하면 -8.1%.</a:t>
            </a:r>
          </a:p>
        </p:txBody>
      </p:sp>
      <p:sp>
        <p:nvSpPr>
          <p:cNvPr id="10" name="audit:body-3"/>
          <p:cNvSpPr txBox="1"/>
          <p:nvPr/>
        </p:nvSpPr>
        <p:spPr>
          <a:xfrm>
            <a:off x="777240" y="478231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Spec은 Vibe 결과를 역산. 백지 스펙 비용·재작업 감소·품질 동등성을 검증한 것은 아니다.</a:t>
            </a:r>
          </a:p>
        </p:txBody>
      </p:sp>
      <p:sp>
        <p:nvSpPr>
          <p:cNvPr id="11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demo/vibe_vs_spec/usage.json · verify_ac.py</a:t>
            </a:r>
          </a:p>
        </p:txBody>
      </p:sp>
      <p:sp>
        <p:nvSpPr>
          <p:cNvPr id="12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21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외부 보고의 범위 제한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반례의 비교 대상을 정확히 읽는다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SDD 도구 간 비교 ≠ SDD 대 무스펙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Spec-Kit +97~109%: OpenSpec 대비 두 사례의 외부 블로그 보고. 둘 다 SDD 접근.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ETH AGENTS.md 연구: 저장소 컨텍스트 파일 조건. 모든 짧은 스펙이 손해라는 실험 아님.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짧고 필요한 요구사항만 쓰라는 실무 원칙은 유지하되 효과를 직접 측정한다.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SOURCES.md §4 · arxiv.org/html/2602.11988v1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22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순차 잔여비용 시나리오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절감률을 쌓을 때도 가정을 드러낸다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85.825%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잔여비용에 30%, 40%, 50%, 25%, 10%를 순차 적용한 산술 결과.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85.825%는 60–80% 범위 밖이다. ‘일치한다’는 표현은 삭제한다.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레버의 중복·상호작용·추가 비용을 검증하지 않았다. 경험적 상한도 아니다.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experiments/exp06_other_levers.py §E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23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전체 시스템 비용 시나리오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서브에이전트는 전체 비용으로 비교한다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메인 + 자식 + 요약 비용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동일 툴 작업 가정: naive $5.6010, compact $3.4425, subagent $2.7360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20턴, 매 턴 툴 8,000, 초기 5,000, 출력 300, 요약 1,500, 같은 Sonnet 단가.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기존 -87%는 자식·요약 비용이 빠진 메인 컨텍스트 계산이었다.</a:t>
            </a:r>
          </a:p>
        </p:txBody>
      </p:sp>
      <p:sp>
        <p:nvSpPr>
          <p:cNvPr id="10" name="audit:body-3"/>
          <p:cNvSpPr txBox="1"/>
          <p:nvPr/>
        </p:nvSpPr>
        <p:spPr>
          <a:xfrm>
            <a:off x="777240" y="478231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동일 작업량 가정이어도 요약 품질·실패·재시도까지 같다고 검증한 것은 아니다.</a:t>
            </a:r>
          </a:p>
        </p:txBody>
      </p:sp>
      <p:sp>
        <p:nvSpPr>
          <p:cNvPr id="11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experiments/exp11_tool_output_bloat.py §A</a:t>
            </a:r>
          </a:p>
        </p:txBody>
      </p:sp>
      <p:sp>
        <p:nvSpPr>
          <p:cNvPr id="12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24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참조 구현 + 반례 회귀 테스트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라우팅은 단어보다 작업 목적을 본다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파일 업로드 ‘구현’ → IMPLEMENT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설계·구현·설명 목적을 파일·검색·변환 같은 부수 단어보다 먼저 본다.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구성한 반례 테스트는 회귀 검증이지 실사용 오류율 추정이 아니다.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기본 tier 단가는 모델의 공식 가격이 아니라 명시적 비용 시나리오다.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agent_setup/router.py · tests/test_regressions.py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25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정책 시뮬레이션 / 소프트웨어 테스트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사다리 재생은 정책 A/B 실측이 아니다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리플레이는 유용하다. 명칭을 바꾼다.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기존 3.06배는 고정 발화를 다른 정책으로 처리한다는 비용 재생이었다.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지금은 respec의 무료 중단과 실행 비용을 분리하고, 총 입력 증가분을 한 번만 더한다.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A·오케스트레이터는 범위·리셋·출력 상한·진단 후 적용 비용을 공통 함수로 계산.</a:t>
            </a:r>
          </a:p>
        </p:txBody>
      </p:sp>
      <p:sp>
        <p:nvSpPr>
          <p:cNvPr id="10" name="audit:body-3"/>
          <p:cNvSpPr txBox="1"/>
          <p:nvPr/>
        </p:nvSpPr>
        <p:spPr>
          <a:xfrm>
            <a:off x="777240" y="478231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새 task_id의 의도 이력을 분리해 앞 작업의 재작업 상태가 새 작업으로 새지 않게 한다.</a:t>
            </a:r>
          </a:p>
        </p:txBody>
      </p:sp>
      <p:sp>
        <p:nvSpPr>
          <p:cNvPr id="11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analysis/lean_vs_full.py · agent_setup/orchestrator.py</a:t>
            </a:r>
          </a:p>
        </p:txBody>
      </p:sp>
      <p:sp>
        <p:nvSpPr>
          <p:cNvPr id="12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26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오프라인 회귀·변조 테스트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검증기가 실패를 놓치지 않게 한다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거짓 통과를 반례로 검사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슬라이드 240 → 999 변조를 거부: 실제 PPTX의 모든 텍스트와 생성 근거를 대조.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모바일 1열 → 2열 변조, 동작 없는 메모 HTML을 브라우저 AC가 거부.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실패 assertion은 exit 1. shell pipefail로 파이프 뒤에서도 실패를 보존.</a:t>
            </a:r>
          </a:p>
        </p:txBody>
      </p:sp>
      <p:sp>
        <p:nvSpPr>
          <p:cNvPr id="10" name="audit:body-3"/>
          <p:cNvSpPr txBox="1"/>
          <p:nvPr/>
        </p:nvSpPr>
        <p:spPr>
          <a:xfrm>
            <a:off x="777240" y="478231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mock은 요청 구조·계산 검증일 뿐 새 live 측정으로 소개하지 않는다.</a:t>
            </a:r>
          </a:p>
        </p:txBody>
      </p:sp>
      <p:sp>
        <p:nvSpPr>
          <p:cNvPr id="11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tests/ · tools/verify_deck.py · tools/browser_ac.py</a:t>
            </a:r>
          </a:p>
        </p:txBody>
      </p:sp>
      <p:sp>
        <p:nvSpPr>
          <p:cNvPr id="12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27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공식 스키마 + mock 회귀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API usage를 다룰 때의 세 가지 규칙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캐시를 두 번 빼지 않는다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Gemini promptTokenCount는 캐시 입력을 포함. cost()에 전체 prompt와 cached를 전달.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Gemini Content는 role + parts. 모델 응답의 thoughtSignature와 functionCall id를 보존.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툴 내용은 두 번째 요청에서 처음 입력되고 세 번째 요청에서 재전송된다.</a:t>
            </a:r>
          </a:p>
        </p:txBody>
      </p:sp>
      <p:sp>
        <p:nvSpPr>
          <p:cNvPr id="10" name="audit:body-3"/>
          <p:cNvSpPr txBox="1"/>
          <p:nvPr/>
        </p:nvSpPr>
        <p:spPr>
          <a:xfrm>
            <a:off x="777240" y="478231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요청 실패·절단·키 없음은 미검증/실패로 기록. 3벤더 ‘확인됨’을 미리 출력하지 않는다.</a:t>
            </a:r>
          </a:p>
        </p:txBody>
      </p:sp>
      <p:sp>
        <p:nvSpPr>
          <p:cNvPr id="11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experiments/exp10_thinking_cross_vendor.py · exp11_tool_output_bloat.py</a:t>
            </a:r>
          </a:p>
        </p:txBody>
      </p:sp>
      <p:sp>
        <p:nvSpPr>
          <p:cNvPr id="12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28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재현 자료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숫자를 직접 확인할 수 있게 남긴다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원자료 · 산식 · 기준일 · 재현 명령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results/audit_metrics.json: 저장 로그 통계 + 로컬 측정 + 시나리오를 분리한 지표.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docs/CORRECTIONS.md: 무엇을 유지하고 무엇을 바꿨는지 상세 설명.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SOURCES.md: 공식 단가, 논문 표, 외부 케이스의 비교 조건.</a:t>
            </a:r>
          </a:p>
        </p:txBody>
      </p:sp>
      <p:sp>
        <p:nvSpPr>
          <p:cNvPr id="10" name="audit:body-3"/>
          <p:cNvSpPr txBox="1"/>
          <p:nvPr/>
        </p:nvSpPr>
        <p:spPr>
          <a:xfrm>
            <a:off x="777240" y="478231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원본 110행은 보존. 없는 원자료를 재측정 없이 만들어 넣지 않는다.</a:t>
            </a:r>
          </a:p>
        </p:txBody>
      </p:sp>
      <p:sp>
        <p:nvSpPr>
          <p:cNvPr id="11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python tools/reproduce_audit.py · python tools/verify_deck.py</a:t>
            </a:r>
          </a:p>
        </p:txBody>
      </p:sp>
      <p:sp>
        <p:nvSpPr>
          <p:cNvPr id="12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29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다음 실행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작게 바꾸고, 자기 usage와 품질로 확인한다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영어 · 간결함 · 스펙 · 컨텍스트 관리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주장은 유지한다: 불필요한 생성·사고·재전송은 줄일 가치가 있다.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배수는 모델·단가·과제·시나리오에 붙여 말한다. 절감만으로 품질을 대신하지 않는다.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정확도·재작업·총비용을 함께 측정해 실제 배포 정책을 선택한다.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github.com/giyeop-cody/token-cost-lab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시키지도 않은 시공비 청구서</dc:title>
  <dc:subject>Evidence-consistent correction, 2026-09-20</dc:subject>
  <dc:creator>token-cost-lab</dc:creator>
  <cp:keywords>measured logs; local encoding; explicit scenarios; see docs/CORRECTIONS.md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