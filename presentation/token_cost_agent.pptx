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/ 정정판</a:t>
            </a:r>
          </a:p>
          <a:p>
            <a:r>
              <a:t>라우터 · A/B 사다리 · 의도 이력 · 출력 예산</a:t>
            </a:r>
          </a:p>
          <a:p>
            <a:r>
              <a:t>동작하는 배선을 검증한다. 품질 동등 절감 효과는 별도 A/B가 필요하다.</a:t>
            </a:r>
          </a:p>
          <a:p>
            <a:r>
              <a:t>근거: agent_setup/ · tests/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검증 범위</a:t>
            </a:r>
          </a:p>
          <a:p>
            <a:r>
              <a:t>API 저장 로그: 80건 언어 비교 + 30건 사고 예산 스윕</a:t>
            </a:r>
          </a:p>
          <a:p>
            <a:r>
              <a:t>새 로컬 실측: 대응 번역문 1,012쌍의 토크나이저 인코딩</a:t>
            </a:r>
          </a:p>
          <a:p>
            <a:r>
              <a:t>브라우저·mock: 코드 동작 검증 / 비용 시나리오: 정책 효과 실측 아님</a:t>
            </a:r>
          </a:p>
          <a:p>
            <a:r>
              <a:t>이번 정정의 새 유료 API 호출은 0회다.</a:t>
            </a:r>
          </a:p>
          <a:p>
            <a:r>
              <a:t>근거: results/audit_metrics.json · tests/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실무 권장 / 조건부 효과</a:t>
            </a:r>
          </a:p>
          <a:p>
            <a:r>
              <a:t>① 영어는 토큰 효율과 추론 정확도에 유리할 수 있다. 사용자에게는 필요한 언어로 답한다.</a:t>
            </a:r>
          </a:p>
          <a:p>
            <a:r>
              <a:t>② KISS/DRY/YAGNI: 불필요한 코드·전체 재출력·재작업을 줄인다.</a:t>
            </a:r>
          </a:p>
          <a:p>
            <a:r>
              <a:t>③ 설명 길이와 사고 예산을 과제에 맞춘다. 정확도 게이트를 함께 둔다.</a:t>
            </a:r>
          </a:p>
          <a:p>
            <a:r>
              <a:t>④ 스펙에 결정을 먼저 적는다. 스펙 작성 비용과 실제 재작업 변화를 함께 잰다.</a:t>
            </a:r>
          </a:p>
          <a:p>
            <a:r>
              <a:t>근거: README.md · SOURCES.md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참조 구현 + 반례 회귀 테스트</a:t>
            </a:r>
          </a:p>
          <a:p>
            <a:r>
              <a:t>설계·구현·설명 목적을 파일·검색·변환 같은 부수 단어보다 먼저 본다.</a:t>
            </a:r>
          </a:p>
          <a:p>
            <a:r>
              <a:t>구성한 반례 테스트는 회귀 검증이지 실사용 오류율 추정이 아니다.</a:t>
            </a:r>
          </a:p>
          <a:p>
            <a:r>
              <a:t>기본 tier 단가는 모델의 공식 가격이 아니라 명시적 비용 시나리오다.</a:t>
            </a:r>
          </a:p>
          <a:p>
            <a:r>
              <a:t>근거: agent_setup/router.py · tests/test_regressions.py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참조 정책</a:t>
            </a:r>
          </a:p>
          <a:p>
            <a:r>
              <a:t>A: 테스트가 검출한 실패를 턴 안에서 처리.</a:t>
            </a:r>
          </a:p>
          <a:p>
            <a:r>
              <a:t>B: 사용자 반려를 의도 이력과 함께 판정.</a:t>
            </a:r>
          </a:p>
          <a:p>
            <a:r>
              <a:t>검출할 AC가 부실하면 A가 놓친다. 문자열 검사만으로 기능을 보증하지 않는다.</a:t>
            </a:r>
          </a:p>
          <a:p>
            <a:r>
              <a:t>근거: agent_setup/router.py · ladder_b.py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상태 관리 회귀</a:t>
            </a:r>
          </a:p>
          <a:p>
            <a:r>
              <a:t>이전 작업의 anchor·streak·rung을 새 작업에 전달하지 않는다.</a:t>
            </a:r>
          </a:p>
          <a:p>
            <a:r>
              <a:t>다른 작업을 번갈아 실행해도 각자의 의도와 시도 횟수를 유지한다.</a:t>
            </a:r>
          </a:p>
          <a:p>
            <a:r>
              <a:t>초기화 전 inner 호출은 명시적 오류, respec은 실행 중단으로 처리.</a:t>
            </a:r>
          </a:p>
          <a:p>
            <a:r>
              <a:t>근거: agent_setup/orchestrator.py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비용 산식 교정</a:t>
            </a:r>
          </a:p>
          <a:p>
            <a:r>
              <a:t>turn_growth_tok은 직전 출력·사용자 발화 등을 포함한 총 입력 증가분.</a:t>
            </a:r>
          </a:p>
          <a:p>
            <a:r>
              <a:t>출력 2,500을 다시 더하던 이중 계상을 제거.</a:t>
            </a:r>
          </a:p>
          <a:p>
            <a:r>
              <a:t>4,700은 페르소나 시나리오를 맞춘 값이다. 독립 실측 캘리브레이션은 아니다.</a:t>
            </a:r>
          </a:p>
          <a:p>
            <a:r>
              <a:t>근거: analysis/calibrate_growth.py · agent_setup/config.py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공통 decision_cost 회귀</a:t>
            </a:r>
          </a:p>
          <a:p>
            <a:r>
              <a:t>입력 1,800, file 범위 1.6, reset 600 → 입력 예산 3,480.</a:t>
            </a:r>
          </a:p>
          <a:p>
            <a:r>
              <a:t>LARGE 진단 400 출력 + MID 적용 2,500 출력을 함께 계상.</a:t>
            </a:r>
          </a:p>
          <a:p>
            <a:r>
              <a:t>tier 단가와 고정 입력 예산의 시나리오다. 실제 전달문 비용은 usage로 측정한다.</a:t>
            </a:r>
          </a:p>
          <a:p>
            <a:r>
              <a:t>근거: agent_setup/router.py · orchestrator.py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비용 범위</a:t>
            </a:r>
          </a:p>
          <a:p>
            <a:r>
              <a:t>EXTERNAL=0은 추가 종량 API 금액만 세는 모델링 선택.</a:t>
            </a:r>
          </a:p>
          <a:p>
            <a:r>
              <a:t>구독료·사람의 스펙 작성 시간·복사/검토 비용은 별도다.</a:t>
            </a:r>
          </a:p>
          <a:p>
            <a:r>
              <a:t>라우터가 웹 세션의 품질·약관 적합성을 자동 보증하지 않는다.</a:t>
            </a:r>
          </a:p>
          <a:p>
            <a:r>
              <a:t>근거: lab/pricing.py TIER_SCENARIOS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정책 시뮬레이션 / 소프트웨어 테스트</a:t>
            </a:r>
          </a:p>
          <a:p>
            <a:r>
              <a:t>기존 3.06배는 고정 발화를 다른 정책으로 처리한다는 비용 재생이었다.</a:t>
            </a:r>
          </a:p>
          <a:p>
            <a:r>
              <a:t>지금은 respec의 무료 중단과 실행 비용을 분리하고, 총 입력 증가분을 한 번만 더한다.</a:t>
            </a:r>
          </a:p>
          <a:p>
            <a:r>
              <a:t>A·오케스트레이터는 범위·리셋·출력 상한·진단 후 적용 비용을 공통 함수로 계산.</a:t>
            </a:r>
          </a:p>
          <a:p>
            <a:r>
              <a:t>새 task_id의 의도 이력을 분리해 앞 작업의 재작업 상태가 새 작업으로 새지 않게 한다.</a:t>
            </a:r>
          </a:p>
          <a:p>
            <a:r>
              <a:t>근거: analysis/lean_vs_full.py · agent_setup/orchestrator.py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오프라인 회귀·변조 테스트</a:t>
            </a:r>
          </a:p>
          <a:p>
            <a:r>
              <a:t>슬라이드 240 → 999 변조를 거부: 실제 PPTX의 모든 텍스트와 생성 근거를 대조.</a:t>
            </a:r>
          </a:p>
          <a:p>
            <a:r>
              <a:t>모바일 1열 → 2열 변조, 동작 없는 메모 HTML을 브라우저 AC가 거부.</a:t>
            </a:r>
          </a:p>
          <a:p>
            <a:r>
              <a:t>실패 assertion은 exit 1. shell pipefail로 파이프 뒤에서도 실패를 보존.</a:t>
            </a:r>
          </a:p>
          <a:p>
            <a:r>
              <a:t>mock은 요청 구조·계산 검증일 뿐 새 live 측정으로 소개하지 않는다.</a:t>
            </a:r>
          </a:p>
          <a:p>
            <a:r>
              <a:t>근거: tests/ · tools/verify_deck.py · tools/browser_ac.py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공식 스키마 + mock 회귀</a:t>
            </a:r>
          </a:p>
          <a:p>
            <a:r>
              <a:t>Gemini promptTokenCount는 캐시 입력을 포함. cost()에 전체 prompt와 cached를 전달.</a:t>
            </a:r>
          </a:p>
          <a:p>
            <a:r>
              <a:t>Gemini Content는 role + parts. 모델 응답의 thoughtSignature와 functionCall id를 보존.</a:t>
            </a:r>
          </a:p>
          <a:p>
            <a:r>
              <a:t>툴 내용은 두 번째 요청에서 처음 입력되고 세 번째 요청에서 재전송된다.</a:t>
            </a:r>
          </a:p>
          <a:p>
            <a:r>
              <a:t>요청 실패·절단·키 없음은 미검증/실패로 기록. 3벤더 ‘확인됨’을 미리 출력하지 않는다.</a:t>
            </a:r>
          </a:p>
          <a:p>
            <a:r>
              <a:t>근거: experiments/exp10_thinking_cross_vendor.py · exp11_tool_output_bloat.py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공식 조건 + 경계값 회귀 테스트</a:t>
            </a:r>
          </a:p>
          <a:p>
            <a:r>
              <a:t>Sonnet 4.6: 1,024 / Opus 4.6: 4,096 (공식 문서 확인일 2026-09-20)</a:t>
            </a:r>
          </a:p>
          <a:p>
            <a:r>
              <a:t>짧은 프리픽스를 1K 공통 규칙으로 할인하지 않는다. 미확인 기준은 ‘미확인’으로 둔다.</a:t>
            </a:r>
          </a:p>
          <a:p>
            <a:r>
              <a:t>적격성 충족은 히트 보장이 아니다. 실제 cache usage·TTL·쓰기/저장료를 본다.</a:t>
            </a:r>
          </a:p>
          <a:p>
            <a:r>
              <a:t>근거: platform.claude.com/docs/en/build-with-claude/prompt-caching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쓰기 비용 포함 시나리오</a:t>
            </a:r>
          </a:p>
          <a:p>
            <a:r>
              <a:t>고정 20,000 + 가변 1,000, 출력 1,500, 100회, Sonnet: $8.550 → $3.219</a:t>
            </a:r>
          </a:p>
          <a:p>
            <a:r>
              <a:t>히트 0, 매번 쓰기 가정은 $10.050. 캐시 없음보다 비쌀 수 있다.</a:t>
            </a:r>
          </a:p>
          <a:p>
            <a:r>
              <a:t>‘캐싱 90%’는 캐시 읽기 단가 할인이다. 전체 세션 절감률과 다르다.</a:t>
            </a:r>
          </a:p>
          <a:p>
            <a:r>
              <a:t>근거: experiments/exp03_prompt_caching.py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역사적 시나리오 / 수정 시나리오</a:t>
            </a:r>
          </a:p>
          <a:p>
            <a:r>
              <a:t>기존: A 6턴 / B 2턴, 출력 확대 2.9배, effort 0.35, 한국어 사고 승수 1.44 등 가정.</a:t>
            </a:r>
          </a:p>
          <a:p>
            <a:r>
              <a:t>기본: 사고 언어 승수는 1.0, 최소 길이 미달 캐싱은 미적용.</a:t>
            </a:r>
          </a:p>
          <a:p>
            <a:r>
              <a:t>두 조건 모두 일부 실파일 인코딩이 포함된 비용 모형. 실제 품질 동등 A/B가 아니다.</a:t>
            </a:r>
          </a:p>
          <a:p>
            <a:r>
              <a:t>python demo/compare_personas.py --scenario legacy 로 기존 발표 수치 재현.</a:t>
            </a:r>
          </a:p>
          <a:p>
            <a:r>
              <a:t>근거: demo/results.json · demo/results_current.json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비용 시나리오</a:t>
            </a:r>
          </a:p>
          <a:p>
            <a:r>
              <a:t>40턴 → 12턴은 모델의 입력 가정. 스펙이 실제 이만큼 줄였다는 관측은 없다.</a:t>
            </a:r>
          </a:p>
          <a:p>
            <a:r>
              <a:t>스펙 작성: 입력 3,000 + 출력 4,000 비용을 이미 포함한다.</a:t>
            </a:r>
          </a:p>
          <a:p>
            <a:r>
              <a:t>기존 약 71%는 캐시 예열 비용 제외. 기본은 사이클별 첫 쓰기까지 포함한다.</a:t>
            </a:r>
          </a:p>
          <a:p>
            <a:r>
              <a:t>주장 유지: 짧고 결정적인 스펙을 우선 시도하되 재작업·품질·총비용으로 검증한다.</a:t>
            </a:r>
          </a:p>
          <a:p>
            <a:r>
              <a:t>근거: experiments/exp04_agent_loop_sdd.py (--warm-cache = legacy)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재현 자료</a:t>
            </a:r>
          </a:p>
          <a:p>
            <a:r>
              <a:t>results/audit_metrics.json: 저장 로그 통계 + 로컬 측정 + 시나리오를 분리한 지표.</a:t>
            </a:r>
          </a:p>
          <a:p>
            <a:r>
              <a:t>docs/CORRECTIONS.md: 무엇을 유지하고 무엇을 바꿨는지 상세 설명.</a:t>
            </a:r>
          </a:p>
          <a:p>
            <a:r>
              <a:t>SOURCES.md: 공식 단가, 논문 표, 외부 케이스의 비교 조건.</a:t>
            </a:r>
          </a:p>
          <a:p>
            <a:r>
              <a:t>원본 110행은 보존. 없는 원자료를 재측정 없이 만들어 넣지 않는다.</a:t>
            </a:r>
          </a:p>
          <a:p>
            <a:r>
              <a:t>근거: python tools/reproduce_audit.py · python tools/verify_deck.py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실행</a:t>
            </a:r>
          </a:p>
          <a:p>
            <a:r>
              <a:t>주장은 유지한다: 불필요한 생성·사고·재전송은 줄일 가치가 있다.</a:t>
            </a:r>
          </a:p>
          <a:p>
            <a:r>
              <a:t>배수는 모델·단가·과제·시나리오에 붙여 말한다. 절감만으로 품질을 대신하지 않는다.</a:t>
            </a:r>
          </a:p>
          <a:p>
            <a:r>
              <a:t>정확도·재작업·총비용을 함께 측정해 실제 배포 정책을 선택한다.</a:t>
            </a:r>
          </a:p>
          <a:p>
            <a:r>
              <a:t>근거: github.com/giyeop-cody/token-cost-lab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AGENT / 정정판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작은 모델이 지휘한다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참조 구현과 효과 검증은 다르다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라우터 · A/B 사다리 · 의도 이력 · 출력 예산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동작하는 배선을 검증한다. 품질 동등 절감 효과는 별도 A/B가 필요하다.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 · tests/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검증 범위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숫자마다 증거의 종류를 붙인다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측정 ≠ 가정 ≠ 인과 효과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API 저장 로그: 80건 언어 비교 + 30건 사고 예산 스윕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새 로컬 실측: 대응 번역문 1,012쌍의 토크나이저 인코딩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브라우저·mock: 코드 동작 검증 / 비용 시나리오: 정책 효과 실측 아님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이번 정정의 새 유료 API 호출은 0회다.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results/audit_metrics.json · tests/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실무 권장 / 조건부 효과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네 가지 원칙은 그대로 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필요한 결과만, 적합한 설정으로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① 영어는 토큰 효율과 추론 정확도에 유리할 수 있다. 사용자에게는 필요한 언어로 답한다.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② KISS/DRY/YAGNI: 불필요한 코드·전체 재출력·재작업을 줄인다.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③ 설명 길이와 사고 예산을 과제에 맞춘다. 정확도 게이트를 함께 둔다.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④ 스펙에 결정을 먼저 적는다. 스펙 작성 비용과 실제 재작업 변화를 함께 잰다.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 · SOURCES.md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참조 구현 + 반례 회귀 테스트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라우팅은 단어보다 작업 목적을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파일 업로드 ‘구현’ → IMPLEMENT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설계·구현·설명 목적을 파일·검색·변환 같은 부수 단어보다 먼저 본다.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구성한 반례 테스트는 회귀 검증이지 실사용 오류율 추정이 아니다.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기본 tier 단가는 모델의 공식 가격이 아니라 명시적 비용 시나리오다.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agent_setup/router.py · tests/test_regressions.py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참조 정책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A와 B는 다른 실패를 처리한다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내부 AC 실패 / 사용자 반려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A: 테스트가 검출한 실패를 턴 안에서 처리.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B: 사용자 반려를 의도 이력과 함께 판정.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검출할 AC가 부실하면 A가 놓친다. 문자열 검사만으로 기능을 보증하지 않는다.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agent_setup/router.py · ladder_b.py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상태 관리 회귀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새 작업은 별도의 상태를 가진다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task_id별 IntentTracker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이전 작업의 anchor·streak·rung을 새 작업에 전달하지 않는다.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다른 작업을 번갈아 실행해도 각자의 의도와 시도 횟수를 유지한다.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초기화 전 inner 호출은 명시적 오류, respec은 실행 중단으로 처리.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agent_setup/orchestrator.py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산식 교정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 증가분은 정의부터 통일한다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4,700을 더한다. 7,200이 아니다.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turn_growth_tok은 직전 출력·사용자 발화 등을 포함한 총 입력 증가분.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2,500을 다시 더하던 이중 계상을 제거.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4,700은 페르소나 시나리오를 맞춘 값이다. 독립 실측 캘리브레이션은 아니다.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analysis/calibrate_growth.py · agent_setup/config.py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공통 decision_cost 회귀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상위 모델 진단 뒤 적용도 비용이다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$0.05875 / 같은 단계·같은 가정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 1,800, file 범위 1.6, reset 600 → 입력 예산 3,480.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LARGE 진단 400 출력 + MID 적용 2,500 출력을 함께 계상.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tier 단가와 고정 입력 예산의 시나리오다. 실제 전달문 비용은 usage로 측정한다.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agent_setup/router.py · orchestrator.py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범위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정액제 웹 경로도 공짜는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증분 API 비용과 총비용을 구분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EXTERNAL=0은 추가 종량 API 금액만 세는 모델링 선택.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구독료·사람의 스펙 작성 시간·복사/검토 비용은 별도다.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라우터가 웹 세션의 품질·약관 적합성을 자동 보증하지 않는다.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lab/pricing.py TIER_SCENARIOS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시뮬레이션 / 소프트웨어 테스트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사다리 재생은 정책 A/B 실측이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리플레이는 유용하다. 명칭을 바꾼다.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 3.06배는 고정 발화를 다른 정책으로 처리한다는 비용 재생이었다.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지금은 respec의 무료 중단과 실행 비용을 분리하고, 총 입력 증가분을 한 번만 더한다.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A·오케스트레이터는 범위·리셋·출력 상한·진단 후 적용 비용을 공통 함수로 계산.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새 task_id의 의도 이력을 분리해 앞 작업의 재작업 상태가 새 작업으로 새지 않게 한다.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analysis/lean_vs_full.py · agent_setup/orchestrator.py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오프라인 회귀·변조 테스트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검증기가 실패를 놓치지 않게 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거짓 통과를 반례로 검사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슬라이드 240 → 999 변조를 거부: 실제 PPTX의 모든 텍스트와 생성 근거를 대조.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모바일 1열 → 2열 변조, 동작 없는 메모 HTML을 브라우저 AC가 거부.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 assertion은 exit 1. shell pipefail로 파이프 뒤에서도 실패를 보존.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mock은 요청 구조·계산 검증일 뿐 새 live 측정으로 소개하지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tests/ · tools/verify_deck.py · tools/browser_ac.py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공식 스키마 + mock 회귀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API usage를 다룰 때의 세 가지 규칙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캐시를 두 번 빼지 않는다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Gemini promptTokenCount는 캐시 입력을 포함. cost()에 전체 prompt와 cached를 전달.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Gemini Content는 role + parts. 모델 응답의 thoughtSignature와 functionCall id를 보존.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내용은 두 번째 요청에서 처음 입력되고 세 번째 요청에서 재전송된다.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요청 실패·절단·키 없음은 미검증/실패로 기록. 3벤더 ‘확인됨’을 미리 출력하지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experiments/exp10_thinking_cross_vendor.py · exp11_tool_output_bloat.py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공식 조건 + 경계값 회귀 테스트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적격성은 모델별로 다르다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Haiku 4.5: 최소 4,096 토큰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Sonnet 4.6: 1,024 / Opus 4.6: 4,096 (공식 문서 확인일 2026-09-20)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짧은 프리픽스를 1K 공통 규칙으로 할인하지 않는다. 미확인 기준은 ‘미확인’으로 둔다.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적격성 충족은 히트 보장이 아니다. 실제 cache usage·TTL·쓰기/저장료를 본다.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platform.claude.com/docs/en/build-with-claude/prompt-caching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첫 쓰기 비용 포함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캐싱의 손익은 조건으로 재현한다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기본 시나리오 62.35% 절감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20,000 + 가변 1,000, 출력 1,500, 100회, Sonnet: $8.550 → $3.219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히트 0, 매번 쓰기 가정은 $10.050. 캐시 없음보다 비쌀 수 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‘캐싱 90%’는 캐시 읽기 단가 할인이다. 전체 세션 절감률과 다르다.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역사적 시나리오 / 수정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20.8배는 페르소나 시나리오로 보존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기존 20.8배 / 수정 기본 19.0배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기존: A 6턴 / B 2턴, 출력 확대 2.9배, effort 0.35, 한국어 사고 승수 1.44 등 가정.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기본: 사고 언어 승수는 1.0, 최소 길이 미달 캐싱은 미적용.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조건 모두 일부 실파일 인코딩이 포함된 비용 모형. 실제 품질 동등 A/B가 아니다.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python demo/compare_personas.py --scenario legacy 로 기존 발표 수치 재현.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demo/results.json · demo/results_current.json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SDD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SDD 절감은 ‘턴 감소’ 가정에 달린다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기존 71.0% / cold-cache 68.7%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40턴 → 12턴은 모델의 입력 가정. 스펙이 실제 이만큼 줄였다는 관측은 없다.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스펙 작성: 입력 3,000 + 출력 4,000 비용을 이미 포함한다.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 약 71%는 캐시 예열 비용 제외. 기본은 사이클별 첫 쓰기까지 포함한다.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주장 유지: 짧고 결정적인 스펙을 우선 시도하되 재작업·품질·총비용으로 검증한다.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 (--warm-cache = legacy)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재현 자료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숫자를 직접 확인할 수 있게 남긴다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원자료 · 산식 · 기준일 · 재현 명령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results/audit_metrics.json: 저장 로그 통계 + 로컬 측정 + 시나리오를 분리한 지표.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docs/CORRECTIONS.md: 무엇을 유지하고 무엇을 바꿨는지 상세 설명.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SOURCES.md: 공식 단가, 논문 표, 외부 케이스의 비교 조건.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원본 110행은 보존. 없는 원자료를 재측정 없이 만들어 넣지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python tools/reproduce_audit.py · python tools/verify_deck.py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다음 실행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작게 바꾸고, 자기 usage와 품질로 확인한다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영어 · 간결함 · 스펙 · 컨텍스트 관리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주장은 유지한다: 불필요한 생성·사고·재전송은 줄일 가치가 있다.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배수는 모델·단가·과제·시나리오에 붙여 말한다. 절감만으로 품질을 대신하지 않는다.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정확도·재작업·총비용을 함께 측정해 실제 배포 정책을 선택한다.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작은 모델이 지휘한다</dc:title>
  <dc:subject>Evidence-consistent correction, 2026-09-20</dc:subject>
  <dc:creator>token-cost-lab</dc:creator>
  <cp:keywords>measured logs; local encoding; explicit scenarios;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