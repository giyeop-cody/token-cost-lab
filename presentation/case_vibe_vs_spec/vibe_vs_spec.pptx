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/ 정정판</a:t>
            </a:r>
          </a:p>
          <a:p>
            <a:r>
              <a:t>카페 랜딩 · 생성 산출물 2개 · 표본 1쌍</a:t>
            </a:r>
          </a:p>
          <a:p>
            <a:r>
              <a:t>실제 청구 usage나 무작위 배정된 SDD 실험이 아니다.</a:t>
            </a:r>
          </a:p>
          <a:p>
            <a:r>
              <a:t>근거: demo/vibe_vs_spec/README.md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추정 usage의 비용 재계산</a:t>
            </a:r>
          </a:p>
          <a:p>
            <a:r>
              <a:t>고정 usage 추정치 + GPT-5 단가: $0.07135 → $0.06540</a:t>
            </a:r>
          </a:p>
          <a:p>
            <a:r>
              <a:t>토큰 합계 7,868 → 8,010 (+1.8%). 실제 청구 usage가 아니라 세션 추정치다.</a:t>
            </a:r>
          </a:p>
          <a:p>
            <a:r>
              <a:t>캐시 적격성 미확인. 모든 추정 입력을 신규 입력으로 환산하면 -8.1%.</a:t>
            </a:r>
          </a:p>
          <a:p>
            <a:r>
              <a:t>Spec은 Vibe 결과를 역산. 백지 스펙 비용·재작업 감소·품질 동등성을 검증한 것은 아니다.</a:t>
            </a:r>
          </a:p>
          <a:p>
            <a:r>
              <a:t>근거: demo/vibe_vs_spec/usage.json · verify_ac.py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추정치 재계산</a:t>
            </a:r>
          </a:p>
          <a:p>
            <a:r>
              <a:t>입력 +666, 추론+출력 -680, 캐시 +156 (추정값 고정)</a:t>
            </a:r>
          </a:p>
          <a:p>
            <a:r>
              <a:t>이 케이스에서 input과 cache는 서로 겹치지 않는 버킷으로 정의했다.</a:t>
            </a:r>
          </a:p>
          <a:p>
            <a:r>
              <a:t>벤더 usage 필드 이름과 동일하다고 가정하면 이중 계상할 수 있다.</a:t>
            </a:r>
          </a:p>
          <a:p>
            <a:r>
              <a:t>근거: demo/vibe_vs_spec/usage.json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단가 민감도</a:t>
            </a:r>
          </a:p>
          <a:p>
            <a:r>
              <a:t>r = 출력/입력 단가, h = 캐시 읽기/입력 단가</a:t>
            </a:r>
          </a:p>
          <a:p>
            <a:r>
              <a:t>h=0.1이면 손익분기 r=1.0024. 모든 가격 체계에서의 보편 법칙은 아니다.</a:t>
            </a:r>
          </a:p>
          <a:p>
            <a:r>
              <a:t>다른 모델 단가에 고정 토큰을 대입한 감도 분석이지 다른 모델의 실호출이 아니다.</a:t>
            </a:r>
          </a:p>
          <a:p>
            <a:r>
              <a:t>근거: demo/vibe_vs_spec/sensitivity.py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산출물의 실행 검사</a:t>
            </a:r>
          </a:p>
          <a:p>
            <a:r>
              <a:t>390/820/821/1280px 그리드·메뉴 표시·가로 스크롤 검사</a:t>
            </a:r>
          </a:p>
          <a:p>
            <a:r>
              <a:t>각 카드의 내용과 세 앵커의 실제 스크롤 이동 검사</a:t>
            </a:r>
          </a:p>
          <a:p>
            <a:r>
              <a:t>디자인 선호도·모든 사용자 의도·두 생성 과정의 품질 동등성은 검증하지 않는다.</a:t>
            </a:r>
          </a:p>
          <a:p>
            <a:r>
              <a:t>근거: demo/vibe_vs_spec/verify_ac.py · tools/browser_ac.py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변조 회귀</a:t>
            </a:r>
          </a:p>
          <a:p>
            <a:r>
              <a:t>CSS에 미디어쿼리 문자열이 있다는 것만으로 1열 전환이 보장되지 않는다.</a:t>
            </a:r>
          </a:p>
          <a:p>
            <a:r>
              <a:t>실제 렌더링된 gridTemplateColumns를 확인한다.</a:t>
            </a:r>
          </a:p>
          <a:p>
            <a:r>
              <a:t>브라우저가 없으면 PASS가 아니라 UNVERIFIED(exit 2).</a:t>
            </a:r>
          </a:p>
          <a:p>
            <a:r>
              <a:t>근거: tests/test_browser_ac.py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보고의 범위 제한</a:t>
            </a:r>
          </a:p>
          <a:p>
            <a:r>
              <a:t>Spec-Kit +97~109%: OpenSpec 대비 두 사례의 외부 블로그 보고. 둘 다 SDD 접근.</a:t>
            </a:r>
          </a:p>
          <a:p>
            <a:r>
              <a:t>ETH AGENTS.md 연구: 저장소 컨텍스트 파일 조건. 모든 짧은 스펙이 손해라는 실험 아님.</a:t>
            </a:r>
          </a:p>
          <a:p>
            <a:r>
              <a:t>짧고 필요한 요구사항만 쓰라는 실무 원칙은 유지하되 효과를 직접 측정한다.</a:t>
            </a:r>
          </a:p>
          <a:p>
            <a:r>
              <a:t>근거: SOURCES.md §4 · arxiv.org/html/2602.11988v1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SDD 비용 시나리오</a:t>
            </a:r>
          </a:p>
          <a:p>
            <a:r>
              <a:t>40턴 → 12턴은 모델의 입력 가정. 스펙이 실제 이만큼 줄였다는 관측은 없다.</a:t>
            </a:r>
          </a:p>
          <a:p>
            <a:r>
              <a:t>스펙 작성: 입력 3,000 + 출력 4,000 비용을 이미 포함한다.</a:t>
            </a:r>
          </a:p>
          <a:p>
            <a:r>
              <a:t>기존 약 71%는 캐시 예열 비용 제외. 기본은 사이클별 첫 쓰기까지 포함한다.</a:t>
            </a:r>
          </a:p>
          <a:p>
            <a:r>
              <a:t>주장 유지: 짧고 결정적인 스펙을 우선 시도하되 재작업·품질·총비용으로 검증한다.</a:t>
            </a:r>
          </a:p>
          <a:p>
            <a:r>
              <a:t>근거: experiments/exp04_agent_loop_sdd.py (--warm-cache = 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후속 계획 / 미실행</a:t>
            </a:r>
          </a:p>
          <a:p>
            <a:r>
              <a:t>백지 스펙 작성 비용부터 포함하고 다수 과제를 무작위 배정한다.</a:t>
            </a:r>
          </a:p>
          <a:p>
            <a:r>
              <a:t>같은 AC·모델·출력 예산·가격·캐시 조건으로 성공률과 총비용을 기록한다.</a:t>
            </a:r>
          </a:p>
          <a:p>
            <a:r>
              <a:t>진행하지 않은 실험의 절감률은 결과로 채우지 않는다.</a:t>
            </a:r>
          </a:p>
          <a:p>
            <a:r>
              <a:t>근거: demo/vibe_vs_spec/EXPERIMENT_A_PROTOCOL.md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CASE / 정정판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Vibe vs Spec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같은 목표 페이지, 추정 usage 비교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카페 랜딩 · 생성 산출물 2개 · 표본 1쌍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실제 청구 usage나 무작위 배정된 SDD 실험이 아니다.</a:t>
            </a:r>
          </a:p>
        </p:txBody>
      </p:sp>
      <p:sp>
        <p:nvSpPr>
          <p:cNvPr id="9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demo/vibe_vs_spec/README.md</a:t>
            </a:r>
          </a:p>
        </p:txBody>
      </p:sp>
      <p:sp>
        <p:nvSpPr>
          <p:cNvPr id="10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추정 usage의 비용 재계산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카페 케이스: 절감 관측의 증거 수준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usage 추정치 환산 -8.3%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고정 usage 추정치 + GPT-5 단가: $0.07135 → $0.06540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토큰 합계 7,868 → 8,010 (+1.8%). 실제 청구 usage가 아니라 세션 추정치다.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 적격성 미확인. 모든 추정 입력을 신규 입력으로 환산하면 -8.1%.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Spec은 Vibe 결과를 역산. 백지 스펙 비용·재작업 감소·품질 동등성을 검증한 것은 아니다.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demo/vibe_vs_spec/usage.json · verify_ac.py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추정치 재계산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입력이 늘고 비싼 출력이 줄었다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+666 / -680 / +156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입력 +666, 추론+출력 -680, 캐시 +156 (추정값 고정)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이 케이스에서 input과 cache는 서로 겹치지 않는 버킷으로 정의했다.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벤더 usage 필드 이름과 동일하다고 가정하면 이중 계상할 수 있다.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demo/vibe_vs_spec/usage.json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단가 민감도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단가비가 손익을 결정한다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r &gt; (666 + 156h) / 680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r = 출력/입력 단가, h = 캐시 읽기/입력 단가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h=0.1이면 손익분기 r=1.0024. 모든 가격 체계에서의 보편 법칙은 아니다.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다른 모델 단가에 고정 토큰을 대입한 감도 분석이지 다른 모델의 실호출이 아니다.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demo/vibe_vs_spec/sensitivity.py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현재 산출물의 실행 검사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품질 동등성 대신 실제 AC 범위를 공개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정적 16항목 + 브라우저 29항목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390/820/821/1280px 그리드·메뉴 표시·가로 스크롤 검사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각 카드의 내용과 세 앵커의 실제 스크롤 이동 검사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디자인 선호도·모든 사용자 의도·두 생성 과정의 품질 동등성은 검증하지 않는다.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demo/vibe_vs_spec/verify_ac.py · tools/browser_ac.py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변조 회귀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실패하는 반례도 넣는다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모바일 2열 변조 → FAIL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CSS에 미디어쿼리 문자열이 있다는 것만으로 1열 전환이 보장되지 않는다.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실제 렌더링된 gridTemplateColumns를 확인한다.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브라우저가 없으면 PASS가 아니라 UNVERIFIED(exit 2).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tests/test_browser_ac.py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외부 보고의 범위 제한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반례의 비교 대상을 정확히 읽는다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SDD 도구 간 비교 ≠ SDD 대 무스펙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Spec-Kit +97~109%: OpenSpec 대비 두 사례의 외부 블로그 보고. 둘 다 SDD 접근.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ETH AGENTS.md 연구: 저장소 컨텍스트 파일 조건. 모든 짧은 스펙이 손해라는 실험 아님.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짧고 필요한 요구사항만 쓰라는 실무 원칙은 유지하되 효과를 직접 측정한다.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SOURCES.md §4 · arxiv.org/html/2602.11988v1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SDD 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SDD 절감은 ‘턴 감소’ 가정에 달린다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기존 71.0% / cold-cache 68.7%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40턴 → 12턴은 모델의 입력 가정. 스펙이 실제 이만큼 줄였다는 관측은 없다.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스펙 작성: 입력 3,000 + 출력 4,000 비용을 이미 포함한다.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기존 약 71%는 캐시 예열 비용 제외. 기본은 사이클별 첫 쓰기까지 포함한다.</a:t>
            </a:r>
          </a:p>
        </p:txBody>
      </p:sp>
      <p:sp>
        <p:nvSpPr>
          <p:cNvPr id="10" name="audit:body-3"/>
          <p:cNvSpPr txBox="1"/>
          <p:nvPr/>
        </p:nvSpPr>
        <p:spPr>
          <a:xfrm>
            <a:off x="777240" y="478231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주장 유지: 짧고 결정적인 스펙을 우선 시도하되 재작업·품질·총비용으로 검증한다.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 (--warm-cache = legacy)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후속 계획 / 미실행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다음 실험: 스펙이 재작업을 줄이는가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사전등록된 품질·비용 비교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백지 스펙 작성 비용부터 포함하고 다수 과제를 무작위 배정한다.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같은 AC·모델·출력 예산·가격·캐시 조건으로 성공률과 총비용을 기록한다.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진행하지 않은 실험의 절감률은 결과로 채우지 않는다.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demo/vibe_vs_spec/EXPERIMENT_A_PROTOCOL.md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vs Spec</dc:title>
  <dc:subject>Evidence-consistent correction, 2026-09-20</dc:subject>
  <dc:creator>token-cost-lab</dc:creator>
  <cp:keywords>measured logs; local encoding; explicit scenarios; see docs/CORRECTIONS.md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