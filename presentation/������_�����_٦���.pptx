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NETWORK SESSION  ·  2026.08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“당신이 시켰잖아요”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101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시키지도 않은 시공비 청구서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믿고 맡긴 AI가 조용히 부풀리는 토큰 견적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681728"/>
            <a:ext cx="1463040" cy="457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토큰을 입력 토큰으로 바꾸는 4가지 실전 원칙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영어 사고  ·  KISS/DRY/YAGNI  ·  설명 최소화  ·  웹에서 추론 → 스펙 주입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그리고 캐싱 · 컨텍스트 컴팩션 · 배치 · 라우팅 · 압축까지 — 모든 수치는 재현 가능한 실측입니다.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토큰은 균등하게 비싸지 않다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2~8×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 / 입력 토큰 단가 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뜻, 한국어 / 영어 토큰 수 (실측)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0.10×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캐시된 입력 토큰 단가 (Anthropic)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92024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39696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5~15%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85292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 세션 중 실제 코드 생성 비중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요금은 “토큰 수 × 단가”다. 그런데 단가는 자리마다 다르다.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10,000 토큰이라도 — 캐시된 입력이면 0.3센트, 생성된 출력이면 15센트다 (Sonnet급 기준, 50배 차이).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따라서 절약의 정답은 “적게 쓰기”가 아니라 “싼 자리로 옮기기”다.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2026 LLM 가격 비교 (verticalapi/morphllm/benchlm), 자체 tiktoken 실측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먼저, 요금표를 정확히 읽자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7665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모델 (2026-08 리스트가)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195681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$/1M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195681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$/1M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95681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58568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40863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Claude Opus 4.6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34086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$5.00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34086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340863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724911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Claude Sonnet 4.6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272491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272491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$15.00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724911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5×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26663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108959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GPT-5.x (flagship)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10895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$5.00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310895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108959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493007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3.1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6" y="3493007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3493007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$12.00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493007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6×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94759"/>
            <a:ext cx="67665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3877055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2.5 Pro / GPT-5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7016" y="38770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8616" y="38770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877055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426110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DeepSeek V4 Flash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6" y="42611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8616" y="42611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26110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1874519"/>
            <a:ext cx="3794760" cy="283464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79" y="1874519"/>
            <a:ext cx="50292" cy="2834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7575" y="2112263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출력이 비싼가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7575" y="2651760"/>
            <a:ext cx="3246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입력은 배치로 병렬 처리(prefill).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출력은 토큰 1개마다 전체 forward pass를 순차 실행(decode).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물리적으로 더 비싸다 — 협상 불가.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핵심: 추론(thinking) 토큰도 출력 요금으로 과금된다.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029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“출력 = 비싼 자리”. 추론 토큰이 출력에 포함된다는 점이 오늘 발표의 전제다.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※ 단가는 변동됨. 각자 실제 사용 모델의 가격 페이지로 재확인할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가져갈 4가지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17830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추론은 영어로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 사고 = 같은 의미에 1.4~1.9배 토큰.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비싼 출력 자리에서 손해가 발생한다.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17830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KISS · DRY · YAGNI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골 대비 과한 고도화 = 순수 낭비.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안 쓸 코드의 생성·리뷰·수정까지 전부 과금.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840480"/>
            <a:ext cx="50292" cy="178308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07822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장황한 설명 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461772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코드 읽으면 아는 걸 3번 설명 = 출력 토큰 소각.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verbosity를 내리면 설명형 출력 40~60% 감소.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40480"/>
            <a:ext cx="50292" cy="1783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40782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④ 웹에서 추론 → 스펙 주입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461772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긴 추론은 채팅에서 끝내고, 결론만 넣는다.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토큰을 입력 토큰으로 환전한다.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그리고 후반부에 — 캐싱 · 스펙 주도 개발 · 컨텍스트 컴팩션 · 배치 · 압축 · 라우팅까지 6개 레버를 더 다룬다.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① 추론은 영어로 — 실측치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동일 의미 문장을 tiktoken으로 직접 인코딩 (사내 검증 스크립트)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0881360" cy="32918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8541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문장 (같은 의미)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 o200k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 o200k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936" y="218541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218541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 cl100k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7856" y="218541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32303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51459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로그인 API 추가 지시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51459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1.79×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251459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6" y="251459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2.74×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2843783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스키마 확인 추론 문장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57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843783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1.28×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84378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84378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2.19×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090672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17296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함수 동작 설명 문장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3172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31729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856" y="31729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1.65×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502151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설계 논의 문장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73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3502151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1.27×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502151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6" y="3502151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2.14×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749039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" y="3831335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“에이전트 루프를 다시 짰다”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57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73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88936" y="3831335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2.00×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0536" y="383133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7856" y="3831335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3.10×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" y="416051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에러 분석 문장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457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173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88936" y="4160519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0536" y="416051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7856" y="4160519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2.00×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4407408"/>
            <a:ext cx="10881360" cy="32918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4489704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합계 (6문장)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57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173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88936" y="44897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1.44×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0536" y="44897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77856" y="448970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2.22×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4882896"/>
            <a:ext cx="10881360" cy="1426464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4882896"/>
            <a:ext cx="50292" cy="1426464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" y="5120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" y="5660136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최신 토크나이저(o200k)에서도 한국어는 영어 대비 약 1.44배. 구형(cl100k)·Claude 토크나이저에서는 1.9~2.2배까지 벌어진다.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추론 8,000토큰 기준: 영어 $0.120 → 한국어 $0.173. 요청 1건당 약 44% 초과 지출.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exp01_tokenizer_ko_en.py · 참고: 285편 코퍼스 측정 (ko 1.38×, Claude 토크나이저 1.88×)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 · LIVE N=100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실제로 100번 호출해봤더니 — 결론이 갈렸습니다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Gemini API 실호출 100건(성공 100/100). 그런데 호출당 비용만 보면 과제에 따라 결론이 뒤집힙니다.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12848"/>
            <a:ext cx="10881360" cy="42062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9514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95144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295144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평균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29514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실제 쓴 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2295144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호출당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229514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한국어 추가비용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33472"/>
            <a:ext cx="10881360" cy="42062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15768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2715768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6" y="271576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157 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2715768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825자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2715768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$0.001595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715768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136391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5416" y="3136391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3136391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203 tok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6" y="3136391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410자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136391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$0.002068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136391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+29.7%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474720"/>
            <a:ext cx="10881360" cy="42062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57015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5416" y="3557015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816" y="3557015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367 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3557015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1,040자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3557015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$0.003744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3557015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3977639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85416" y="3977639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816" y="3977639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285 tok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7176" y="3977639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414자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3977639"/>
            <a:ext cx="20116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$0.002963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1976" y="3977639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−20.9%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343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“추론형은 한국어가 21% 싸다”가 아닙니다. 네 번째 열을 보십시오 — 한국어가 답을 40%만 썼습니다.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0060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4882896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같은 분량(1,000자)으로 정규화하면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75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488289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20293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5285232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7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75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$0.00504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66376" y="5285232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2.61×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" y="5687568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087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$0.00360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$0.00715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66376" y="5687568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1.99×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tools/live_lang_bench.py --n 25 (N=100 원자료는 패키지 미포함 — 재실행 필요) · 전문 LIVE_RESULTS.md §6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 · N=80 ·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사고를 켜고 다시, 그리고 통계로 못을 박았습니다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앞 장은 사고(thinking) 꺼진 상태였습니다. 사고 예산을 켜고 80건 재측정 — 부호가 갈리는 현상이 똑같이 재현됩니다.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7685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27685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276856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쓴 글자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276856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호출당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276856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차이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2679191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2679191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79191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822자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679191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$0.008441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679191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5416" y="3081527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081527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8536" y="3081527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366자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3081527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$0.011515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081527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+36.4%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01568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85416" y="3483863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4096" y="3483863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1,616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8536" y="3483863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570자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483863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$0.018374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3483863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5416" y="3886200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4096" y="388620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1,116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3886200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153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305자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3886200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$0.013375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3886200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−27.2%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2245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추론형에서 영어가 사고를 1.4배 더 했습니다. 한국어가 싼 게 아니라 덜 생각하고 덜 쓴 겁니다.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81728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4764024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분량 정규화 ($/1,000자)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1335" y="476402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5816" y="4764024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KO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0296" y="4764024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1896" y="4764024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95% 신뢰구간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6456" y="4764024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5084064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5166360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설명형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31335" y="51663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5816" y="516636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$0.0312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0296" y="516636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3.03×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5166360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[2.68, 3.47]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06456" y="5166360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&lt; 0.001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" y="5568696"/>
            <a:ext cx="2834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추론형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31335" y="5568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$0.0325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5816" y="5568696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$0.0442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0296" y="556869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1.36×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11896" y="5568696"/>
            <a:ext cx="20116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[1.23, 1.51]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06456" y="556869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6e−10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신뢰구간이 1.0을 넘지 않습니다 — 분량을 통제하면 한국어가 비싸다는 결론은 예외 없이 유의합니다.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live_lang_bench.py --thinking -1 · 검정: tools/stats_test.py (부트스트랩 2만회 · Welch · Cliff's 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왜 한국어가 더 비싼가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74320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토크나이저 어휘 배분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o200k 20만 어휘 중 라틴 문자 포함 토큰 67%,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한글 포함 토큰은 단 1.2% (자체 실측).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한글은 단어 단위 토큰이 거의 없어 음절로 쪼개진다.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" y="3401568"/>
            <a:ext cx="4727448" cy="1097280"/>
          </a:xfrm>
          <a:prstGeom prst="roundRect">
            <a:avLst>
              <a:gd name="adj" fmla="val 10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6616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B04D"/>
                </a:solidFill>
                <a:latin typeface="Consolas"/>
                <a:ea typeface="Consolas"/>
                <a:cs typeface="Consolas"/>
              </a:rPr>
              <a:t>"에이전트" → 에/이/전/트  = 4 토큰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" agent"     → agent          = 1 토큰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521208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874519"/>
            <a:ext cx="50292" cy="27432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글자 수는 함정이다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65176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토큰/글자 실측: 영어 0.204 · 한국어 0.526.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한국어는 글자 수가 더 적은데 토큰은 2.6배 많다.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512토큰 청크 = 영어 2,513자 vs 한국어 973자.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RAG 청킹을 글자 수로 자르면 조용히 잘려 나간다.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실무 규칙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사고(thinking)는 영어 → 최종 답변·주석·커밋 메시지는 한국어. 비싼 “양”은 영어로, 사람이 읽을 “질”만 한국어로.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단, 공짜는 아니다 — 검증된 트레이드오프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31546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31546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영어 사고가 유리한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LLM의 “reasoning hub”는 영어. 비영어 사고를 강제하면 성능이 떨어진다.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DeepSeek-R1-Distill-Llama-8B: 영어 사고 강제 시 평균 +26.8%.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사용자 언어로 사고를 강제하면 정확도 26% → 17% 하락 (XReasoning).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영어 사고는 비용 + 품질 양쪽에서 유리한 드문 선택.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31546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315468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주의할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① 감시 가능성 저하 — 추론 과정을 한국어 화자가 못 읽는다.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 한국어 고유 맥락(호칭·존댓말·국내 규정) 작업은 예외.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③ 일부 모델은 중국어 사고가 더 효율적(Qwen3: -40%).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 프롬프트에 “영어로 생각해”라고 쓰는 것보다 API 파라미터가 확실하다.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권고: 코드·수식·설계 = 영어 사고 기본값. 도메인이 한국어 그 자체인 작업만 예외 처리.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arXiv 2505.22888 (XReasoning), arXiv 2505.17407 (Reasoning hub / prefilling)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② KISS · DRY · YAGNI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7432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KISS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가장 단순한 동작 버전을 먼저.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추상화 레이어 1개 = 생성·설명·리뷰·수정 토큰 4중 과금.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“지금 이 골에 필요한 최소 구조”를 프롬프트에 명시.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50292" cy="27432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112263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65176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코드·같은 로직·같은 리워크를 두 번 사지 않는다.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규칙은 CLAUDE.md / rules 파일 한 곳에.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단, 컨텍스트의 DRY는 처방이 반대다 → 다음 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74519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74519"/>
            <a:ext cx="50292" cy="274320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1122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YAGNI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65176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안 쓸 기능은 만들지 않는다.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“확장성 고려해서”가 가장 비싼 한마디.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필요해지면 그때 시킨다 — 그때가 안 오는 경우가 대다수.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과잉 고도화의 진짜 청구서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토큰은 “생성 시점”에만 드는 게 아니다. 불필요한 추상화는 이후 모든 세션의 컨텍스트에 영구히 실려 다닌다.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에이전트 세션에서 실제 코드 생성은 총 토큰의 5~15%. 나머지는 전부 컨텍스트 오버헤드다.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DRY, 코드에선 “지워라” 컨텍스트에선 “고정하라”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12,000토큰 프리픽스를 100번 보내는 4가지 방법 — 비용이 11배 갈립니다.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10881360" cy="47548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토큰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4936" y="2322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기준 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15768"/>
            <a:ext cx="10881360" cy="47548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798064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매번 그대로 전송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5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696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4936" y="2798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273552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절반으로 요약·삭제해서 반복을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273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−50%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66744"/>
            <a:ext cx="10881360" cy="47548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749039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③ 한 글자도 안 바꾸고 그대로 → 캐시 적중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5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374903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−89%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4224528"/>
            <a:ext cx="4937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④ 앞에 타임스탬프 한 줄 → 매번 캐시 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455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1,200,000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$4.50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42245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+25%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177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617720"/>
            <a:ext cx="50292" cy="141732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" y="48554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반복을 “줄인” ②보다 “그대로 둔” ③이 4.5배 싸다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" y="5394959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제거할 수 있는 반복은 제거한다 — 코드·로직·리워크.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제거할 수 없는 반복은 고정한다 — 시스템 프롬프트·규약·스키마.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6177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617720"/>
            <a:ext cx="50292" cy="14173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85546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비싼 것은 반복이 아니라 “변주”다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5394959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④는 앞에 동적값 한 줄 붙였을 뿐인데 ①보다 25% 더 낸다.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캐시는 완전 일치에만 반응한다 — 어중간하게 다른 게 최악.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exp09_dry.py (프리픽스 100% 고정·100% 적중 상한 조건, Sonnet 단가) · 가변부가 섞인 현실 조건은 exp03의 −62%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2 ·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“DRY 하면 토큰이 준다” — 5개로 쪼개서 검증했습니다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10881360" cy="512064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865376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186537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현장에서 말하는 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186537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186537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실측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95144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77439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377439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코드를 다시 쓰지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5" y="2377439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2377439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파일 전체 재출력 vs 변경분만 → −94%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889503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2889503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반복되는 컨텍스트를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2889503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889503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줄이면 −50%, 고정하면 −89%. 처방이 다르다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19272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401568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3401568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반복되는 리워크를 줄인다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5" y="3401568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5" y="3401568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6사이클(48턴)은 1사이클(8턴)의 16.6배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913631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" y="3913631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로직은 한 군데서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5" y="3913631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913631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복붙 3곳 = 수정 비용 정확히 3배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43400"/>
            <a:ext cx="10881360" cy="512064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4425696"/>
            <a:ext cx="3657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456" y="442569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프롬프트를 최소화한다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0055" y="4425696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5" y="442569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중복 “호출”은 제거(−30%), 중복 “내용”은 고정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3776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C가 왜 16.6배인가 — 리워크는 “한 번 더 시키는 것”이 아니다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턴이 6배가 되면 비용은 6배가 아니라 16.6배가 된다. 매 턴 그때까지의 대화 전체가 입력으로 재전송되기 때문이다.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그래서 DRY는 코딩 규율이 아니라 요금 정책이다. 사양을 먼저 굳히면 이 곡선 자체를 타지 않는다.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3093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exp09_dry.py · 출처: Anthropic/OpenAI 프롬프트 캐싱 문서, GPT Semantic Cache(arXiv:2411.05276), Anthropic 컨텍스트 엔지니어링(2025)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③ 장황한 설명을 금지하라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2697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전형적인 낭비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① 코드 쓰기 전에 계획을 산문으로 서술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 코드 블록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③ 코드가 하는 일을 다시 문단으로 설명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④ 마지막에 “요약” 재서술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같은 정보를 3번 판다. 전부 최고 단가 출력.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269748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26974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처방 — 두 개의 다이얼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verbosity = low → 설명형 출력 40~60% 감소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reasoning_effort: 설계만 high, 구현은 low~medium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  · effort별 월비용: minimal $7.92 / medium $132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  · max는 $924 — 작업별 배분 시 $118 (70% 절감)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진단: reasoning_tokens / output_tokens &gt; 0.8 이면 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09160"/>
            <a:ext cx="10881360" cy="36576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79145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스타일 (동일 작업)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47914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 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47914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월 비용 (1,760콜)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479145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74920"/>
            <a:ext cx="1088136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15721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장황 — 계획+코드+해설+요약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51572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342 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51572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$9.03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515721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52297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보통 — 코드 + 짧은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8616" y="55229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90 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55229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552297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-74%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58887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간결 — 코드 + 3줄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5888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58 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5888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$1.53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5888736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exp05_verbosity_effort.py · 이상적 상한값이며, 실무 기준선은 40~60% 절감 · 참고: Codex CLI 출력 제어 문서, Claude effort 파라미터 문서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PRINCIPLE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원칙 ④ 웹에서 추론하고, 결론만 주입하라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토큰을 입력 토큰으로 “환전”하는 것이 이 원칙의 본질이다.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5349240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141B"/>
                </a:solidFill>
                <a:latin typeface="맑은 고딕"/>
                <a:ea typeface="맑은 고딕"/>
                <a:cs typeface="맑은 고딕"/>
              </a:rPr>
              <a:t>BEFORE — 자연어 한 줄 지시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48463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“로그인 좀 만들어줘”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모델이 요구사항을 추측 (긴 추론)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되묻기 / 오해 / 잘못된 방향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↓  수정 지시 → 재추론 → 재생성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↓  4~6회 리워크 루프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입력 2,000 / 출력 12,000 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77440"/>
            <a:ext cx="5212080" cy="5029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871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141B"/>
                </a:solidFill>
                <a:latin typeface="맑은 고딕"/>
                <a:ea typeface="맑은 고딕"/>
                <a:cs typeface="맑은 고딕"/>
              </a:rPr>
              <a:t>AFTER — 웹에서 추론 → 스펙 주입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 웹 채팅에서 설계를 끝까지 논의 (구독 정액)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2. 결론을 스펙 문서로 정리 (엔드포인트·스키마·에러·완료조건)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3. 에이전트는 reasoning_effort 낮춤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4. 스펙 붙여넣고 “그대로 구현” 지시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6,000 / 출력 3,000 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입력은 3배 늘었지만, 총비용은 66% 줄었다. 입력은 싸고, 출력은 비싸기 때문이다.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숫자로 확인: 66%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Sonnet급 단가($3 입력 / $15 출력) 기준, 기능 1건 구현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108813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 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 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입력비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856" y="23225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출력비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6456" y="232257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합계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24328"/>
            <a:ext cx="108813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706624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A. 자연어 지시 + 긴 추론 + 리워크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706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6456" y="270662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$0.186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090672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B. 웹 추론 → 스펙 주입 + 낮은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30906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6456" y="309067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$0.063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392424"/>
            <a:ext cx="1088136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474720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5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+200%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34747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34747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2062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206240"/>
            <a:ext cx="50292" cy="18288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" y="444398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스케일업하면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" y="4983479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개발자 10명 × 하루 8건 × 22일 = 1,760건/월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A안 $327/월  →  B안 $111/월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연간 약 $2,598 절감 (10인 팀, 모델 1종 기준)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2062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206240"/>
            <a:ext cx="50292" cy="18288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0256" y="444398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주의: 이건 하한선이다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0256" y="4983479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리워크 1회당 컨텍스트 전체가 재전송된다 (누적 quadratic).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현장 보고: 스펙 선행 시 리워크 60~80% 감소,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컨텍스트 전략 병행 시 API 지출 40~70% 감소.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exp02_output_to_input.py · 참고: Pluralsight SDD 보고, GitHub Spec Kit 사례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보너스 ⑤ 프롬프트 캐싱 — 입력 자리를 더 싸게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035040" cy="45720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제공사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9568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캐시 읽기 단가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19568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31720"/>
            <a:ext cx="6035040" cy="45720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4140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4140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0.10× (90% 할인)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4140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명시적 marker, write 1.25×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8712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8712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0.50× (50% 할인)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8712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자동, 1,024토큰 이상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6035040" cy="45720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3284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1136" y="33284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0.25× (75% 할인)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33284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implicit / explicit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7856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37856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0.10× (90% 할인)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37856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1874519"/>
            <a:ext cx="4526280" cy="30175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874519"/>
            <a:ext cx="50292" cy="30175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6" y="2112263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실측 시뮬레이션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2651760"/>
            <a:ext cx="3977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고정 컨텍스트 20K + 가변 1K,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1.5K, 100회 호출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없음:  $8.55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적용:  $3.22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62% 절감 (품질 변화 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9204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전제 조건: 고정 컨텍스트를 프롬프트 “앞쪽”에 두고 순서를 바꾸지 말 것.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시스템 프롬프트 → 툴 정의 → 레포 맵 → 스펙 → (여기까지 캐시) → 가변 질문. 앞부분이 1바이트라도 바뀌면 캐시 전체가 무효화된다.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실사례: 캐시 히트율 7% → 84% 개선으로 총 LLM 지출 59~70% 감소 (ProjectDiscovery).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캐싱 심화 — 히트율 계단과 안티패턴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94360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캐시 히트율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1956815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100콜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1956815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캐시 미사용 대비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58568"/>
            <a:ext cx="59436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340863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캐시 미사용 (기준)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340863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$8.55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340863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724911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0% — 켰는데 매번 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724911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$10.05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272491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+18%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26663"/>
            <a:ext cx="59436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108959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8376" y="3108959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$7.32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3108959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-14%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493007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3493007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$4.59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3493007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-46%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794759"/>
            <a:ext cx="59436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3877055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3877055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3877055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-58%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4261104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100% (이론 상한)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8376" y="426110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$3.22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42611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1874519"/>
            <a:ext cx="4526280" cy="1874519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5160" y="1874519"/>
            <a:ext cx="50292" cy="1874519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06056" y="2112263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손익분기: 0.28회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6056" y="2651760"/>
            <a:ext cx="39776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쓰기는 1.25배 비싸지만, 같은 프리픽스를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 번만 더 재사용해도 즉시 이득이다.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“재사용이 적어서 안 쓴다”는 거의 항상 오판.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3977639"/>
            <a:ext cx="4526280" cy="219456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95160" y="3977639"/>
            <a:ext cx="50292" cy="21945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6056" y="4215383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최악의 안티패턴 = 3.1배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6056" y="4754879"/>
            <a:ext cx="3977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맨 앞에 타임스탬프·요청 ID·“현재 시각”을 넣으면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매 호출 캐시가 전부 깨진다. 쓰기 프리미엄만 물어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캐시를 아예 안 쓴 것보다 18% 비싸진다.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최적 $3.22 → 안티패턴 $10.05 = 3.1배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89204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리포의 exp07 진단기가 이 동적값을 자동으로 잡아준다.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exp03_prompt_caching.py (프리픽스 20K · 가변 1K · 출력 1.5K · 100콜, Sonnet 단가)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에이전트 루프 — 비용은 선형이 아니라 2차 함수다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매 턴 전체 대화가 다시 입력으로 들어간다. 턴이 2배면 비용은 약 3배가 된다 (10→20턴 3.1배).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5760720" cy="438912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세션 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3225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누적 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225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증가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79192"/>
            <a:ext cx="5760720" cy="43891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10턴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2.8×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57016"/>
            <a:ext cx="5760720" cy="43891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3.1×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0782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30턴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4056" y="40782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$4.73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0782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434840"/>
            <a:ext cx="5760720" cy="43891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5171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50턴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45171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$12.09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45171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2.6×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224028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2280" y="2240280"/>
            <a:ext cx="50292" cy="32918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3176" y="247802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20턴 세션, 전략별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301752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무대책                        $2.32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캐싱만                        $1.88   (-19%)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+ 10턴마다 컴팩션   $1.31   (-44%)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+ 5턴마다 컴팩션    $0.97   (-58%)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컴팩션 = 오래된 툴 결과·중간 로그를 요약으로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교체하는 것. 100턴 평가에서 84% 절감 보고.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406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실무 규칙: 작업이 끝나면 대화를 끊어라. “하나의 대화로 종일”이 가장 비싼 습관이다.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Anthropic: 에이전트는 챗 대비 4배, 멀티에이전트는 15배 토큰을 쓴다. 에이전트 지출의 99% 이상이 입력 토큰이다.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exp04_agent_loop_sdd.py (프리픽스 8K · 턴당 입력 2K / 출력 0.8K, Sonnet 단가)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스펙 주도 개발(SDD)은 조건부로만 참이다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30175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유리한 쪽 — 자체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vibe 코딩 40턴                        $1.75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규약 파일 적용                        $1.09  (-38%)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SDD (스펙 4K + 12턴)               $0.51  (-71%)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스펙이 턴 수를 줄이면, 2차 함수 구간 자체가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잘려 나가기 때문에 절감폭이 크게 나온다.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30175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불리한 쪽 — 외부 반증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Spec-Kit은 OpenSpec 대비 토큰 +97~109%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(57,740 → 120,947 / 91,729 → 181,040).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무거운 SDD 프레임워크는 오히려 비용을 늘린다.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ETH Zurich (138 이슈, 4개 모델): LLM이 생성한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컨텍스트 파일은 성공률 소폭 하락 + 비용 20%↑.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결론: “스펙을 쓰라”가 아니라 “가볍게, 결정 중심으로 쓰라”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엔드포인트·스키마·에러·완료조건처럼 모델이 추측하면 틀리는 것만 적는다. 코드를 읽으면 아는 것은 스펙에도 쓰지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exp04 · 반증 출처: Spec-Kit vs OpenSpec 벤치마크(2026), ETH Zurich 컨텍스트 파일 연구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나머지 레버 4종 — 언제 쓰고, 언제 쓰지 말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45720" cy="9875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배치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408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입력·출력 정액 50% 할인. 캐싱과 중복 적용 가능.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568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야간 평가·벌크 분류·리포트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591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5681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SLA 24시간. 사용자 대면 채팅·툴 루프 불가.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26080"/>
            <a:ext cx="45720" cy="98755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시맨틱 캐싱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381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유사 질문을 임베딩으로 매칭해 호출 자체를 제거.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540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FAQ·고객지원·반복 질의 (히트율 20~45%)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564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5409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벤더의 95% 주장은 과장. 임계값 0.8 권장.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2336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45720" cy="987552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14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모델 라우팅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354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쉬운 요청은 소형 모델로. RouteLLM 85%↓ @ 품질 95%.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513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분류·추출·요약 등 난이도 편차 큰 트래픽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537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15137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벤치마크 임계값 그대로 쓰면 과대추정. 재보정 필수.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2064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120640"/>
            <a:ext cx="45720" cy="9875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120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프롬프트 압축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6327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LLMLingua 최대 20× 압축, 손실 2% 미만.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248655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RAG 컨텍스트·장황한 시스템 프롬프트·few-shot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6509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248655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코드·수식·짧은 쿼리에는 쓰지 말 것.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263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exp06_other_levers.py  ·  출처: OpenAI/Anthropic Batch 문서, RouteLLM(ICLR 2025), LLMLingua(MS Research), AWS 시맨틱 캐싱 사례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레버는 곱해진다 — 스택 적층 시뮬레이션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각 레버는 “앞 단계가 걸러낸 나머지”에 적용된다. 그래서 30% + 50%는 80%가 아니라 65%다.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2404872"/>
            <a:ext cx="4937760" cy="256032"/>
          </a:xfrm>
          <a:prstGeom prst="rect">
            <a:avLst/>
          </a:prstGeom>
          <a:solidFill>
            <a:srgbClr val="93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시작 — 무대책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386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4048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52928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971800"/>
            <a:ext cx="3456432" cy="25603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53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시맨틱 캐싱 (호출 30% 제거)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953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971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-30%p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19856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538728"/>
            <a:ext cx="2073859" cy="25603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모델 라우팅 (쉬운 건 소형으로)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520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5387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-28%p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86783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105655"/>
            <a:ext cx="1036929" cy="256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프롬프트 캐싱 (프리픽스 재사용)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87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10565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-21%p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53712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4672584"/>
            <a:ext cx="790041" cy="256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542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④ verbosity / effort 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6542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6725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-5%p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120640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20" y="5239512"/>
            <a:ext cx="691286" cy="256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212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⑤ 배치 API (비대면 트래픽만)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2212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239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-2%p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064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누적 86% 절감 — 업계 보고치 60~80%의 상한선에 해당한다. 전부 적용했을 때의 이론값으로 읽을 것.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현실적 목표: 상위 2~3개만 제대로 해도 50~65%. 8개를 어설프게 하는 것보다 낫다.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무엇부터 할 것인가 — ROI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88136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1109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11095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레버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1109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절감폭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1109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도입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1109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1284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캐싱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40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500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설정 한 줄. 손익분기 0.28회. 이견 없는 1순위.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8346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·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8437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-40~60%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85292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529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파라미터 한 줄. 품질 영향은 작업별로 확인.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1868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337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Batch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3467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558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55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비대면 트래픽 한정. 할인이 정액이라 확실.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840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840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스펙 주도(가볍게)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8496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-38~71%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587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58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습관 변화 필요. 무거운 프레임워크는 역효과.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2452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343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43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컨텍스트 컴팩션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352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-22~58%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3616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616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 운영 시 필수. 긴 세션일수록 효과 큼.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846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846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모델 라우팅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8554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-49~84%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864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2~4주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8646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효과는 최대급이나 임계값 재보정·품질 회귀 필요.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230368"/>
            <a:ext cx="10881360" cy="50292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349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349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시맨틱 캐싱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53583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-20~45%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367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2~4주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367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인프라 추가. 반복 질의 많은 서비스에서만.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852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압축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861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-20~40%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870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4주+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8704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코드·수식 금지. 마지막에 손댈 것.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355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절감폭은 각 레버를 “단독 적용”했을 때의 값. 함께 쓰면 앞 장의 적층 규칙대로 곱해진다.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오늘부터 적용하는 7단계 / 버려야 할 7가지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○   이렇게 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   이건 버리세요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9456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225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402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사고 언어를 영어로 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시스템 프롬프트/설정에 명시. 답변만 한국어.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9456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3225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027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“일단 만들고 아니면 수정하자”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리워크 1회 = 컨텍스트 전체 재전송.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78892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9169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834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effort 기본값 low~medium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8152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계획 단계에서만 high.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8892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78892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9169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8346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한국어로 길게 생각하게 두기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8152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사고에 1.4~2.2배 지출.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8328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8328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5112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low + 요약 금지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675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“코드와 3줄 근거만”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38328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38328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1129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429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“확장성 있게, 나중을 대비해서”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6758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YAGNI 위반. 안 쓸 코드가 영구 컨텍스트.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977639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3977639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10565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0233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설계는 웹 채팅에서 끝낸다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270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정액 요금 구간에서 사고를 소모.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977639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977639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10565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02335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맨 앞에 타임스탬프·ID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270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전멸. 최대 3.1배 청구.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57200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457200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47000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4617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결론을 스펙 파일로 커밋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4864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specs/*.md — 재사용 가능한 입력 자산.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57200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457200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47000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46177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요약을 요약하고 다시 요약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8646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토큰 3중 소각.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516636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5800" y="516636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2943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고정 컨텍스트 앞쪽 + 캐싱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5458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순서 고정, 앞부분에 동적값 금지.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516636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516636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529437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5212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모든 작업에 최상위 모델 + 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720" y="5458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분류 작업에 프런티어 모델은 낭비.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5760720"/>
            <a:ext cx="534924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5800" y="5760720"/>
            <a:ext cx="45720" cy="5303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5888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0160" y="5806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주 1회 토큰 리포트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80160" y="6053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입력/출력/추론/캐시 히트율 4개 지표.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5760720"/>
            <a:ext cx="5212080" cy="5303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0" y="5760720"/>
            <a:ext cx="45720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37960" y="5888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03720" y="5806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대화 하나로 종일 이어가기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60533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턴이 2배면 비용은 약 3배. 2차 함수.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숫자는 전부 재현 가능합니다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이 발표의 모든 수치는 슬라이드에 박아 넣은 값이 아니라, 실행 가능한 스크립트의 출력입니다.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5577840" cy="1207008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pip install -r requirements.txt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python run_all.py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python run_all.py --model opus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python experiments/exp07_analyze_my_prompt.py my.txt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12848"/>
            <a:ext cx="5074920" cy="1316736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212848"/>
            <a:ext cx="50292" cy="1316736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2450591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단가를 바꿔도 결론이 그대로인가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990088"/>
            <a:ext cx="452628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--model 로 opus / gpt5 / gemini / deepseek 전환.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배수는 달라져도 “출력 → 입력” 방향은 동일.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4787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210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한·영 토크나이저 실측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6301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4787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2102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6210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출력→입력 환전 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6301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5935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325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0325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프롬프트 캐싱 히트율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04164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95935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325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0325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에이전트 루프 · SDD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04164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7083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4398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44398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verbosity ·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45312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7083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4398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44398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배치·압축·라우팅·적층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45312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보너스 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78231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8554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85546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내 프롬프트 진단기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86460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78231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8554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85546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실시간 과금 측정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86460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실측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193792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26694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exp09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26694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DRY의 토큰 경제학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527608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원칙 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705856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724144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tools/live_lang_bench.py   —  한·영 × 설명형·추론형 실호출 벤치   (슬라이드 6·7 · N=100/80)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998464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601675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tools/stats_test.py        —  부트스트랩 95% CI · Welch · Cliff's δ · $/1,000자 정규화   (슬라이드 7)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6291072"/>
            <a:ext cx="10881360" cy="274320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309359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+  tools/thinking_sweep.py    —  사고 예산만 바꿔 5단 스윕   (슬라이드 25 · 240배, gemini-25 단가 환산)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601968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특히 exp07은 여러분의 실제 시스템 프롬프트를 넣으면 캐시 적격성·동적값 위치·한글 비중·중복을 진단해 줍니다.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LIVE MEASUREMENT · N=30 · 2026-08-15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정답률, 240배 요금 — 30회 실측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계산 문제 30회. 사고 예산만 변경. 정답 $38.016 · 오른쪽 열은 6회 중 정답 횟수.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7685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 예산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276856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27685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2768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비용/호출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227685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276856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정답률 (±0.05)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679191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미지정(기본)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2679191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5" y="2679191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679191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$0.000155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679191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79191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정답 6/6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081527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끔 (0)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2616" y="3081527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25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5" y="3081527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081527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$0.000158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081527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081527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정답 5/6  (1회 380.16)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01568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483863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2616" y="3483863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25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2855" y="3483863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3483863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$0.001570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3483863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10.1×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3483863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정답 2/6  ← 품질 붕괴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886200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42616" y="3886200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9125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1,114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2855" y="3886200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1536" y="3886200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$0.011302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23176" y="3886200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72.9×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3886200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정답 6/6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4206240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428853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자동 (−1)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42616" y="4288536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91256" y="428853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3,704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62855" y="428853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31536" y="428853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$0.037203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3176" y="428853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240×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4288536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정답 6/6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45902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사고를 끄든 켜든 정답률은 6/6으로 같습니다. 요금만 240배 차이납니다.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956048"/>
            <a:ext cx="5349240" cy="1389888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4956048"/>
            <a:ext cx="50292" cy="138988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6696" y="519379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토큰의 99%가 보이지 않는다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" y="5733288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사고가 켜진 구간에서 과금 출력의 99%가 thoughtsTokenCount다 (실측 99.6%).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956048"/>
            <a:ext cx="5349240" cy="1389888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4956048"/>
            <a:ext cx="50292" cy="1389888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8816" y="519379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예산 512는 정답률이 2/6으로 떨어졌다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8816" y="5733288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어중간한 예산은 추론이 끊겨 품질까지 나빠진다. 충분히 주거나 아예 끌 것.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tools/thinking_sweep.py --n 6 · 원자료 results/thinking_sweep.jsonl · LIVE_RESULTS.md §8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토큰 절약 = 적게 쓰기가 아니라, 싼 자리로 옮기기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00400"/>
            <a:ext cx="10881360" cy="77724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00400"/>
            <a:ext cx="50292" cy="7772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비싼 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 · 추론 토큰 · 한국어 · 리워크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14800"/>
            <a:ext cx="10881360" cy="77724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50292" cy="7772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싼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43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입력 토큰 · 캐시된 입력 · 영어 · 확정된 스펙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 줄 요약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생각은 밖에서(웹·영어·짧게), 실행은 안에서(스펙·낮은 effort·캐시).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근거 및 검증 자료 (1/2) — 학술 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모든 링크는 원문 기준. arXiv 번호로 검색하면 바로 나옵니다.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48255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5798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6654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Language Model Tokenizers Introduce Unfairness Between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042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토큰화 단계에서 언어 간 불평등 발생. 일부 언어는 같은 내용에 2.5배 이상 지불.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6654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Petrov, La Malfa, Torr, Bibi (Oxford) · NeurIPS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3042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arxiv.org/abs/2305.15425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70662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1518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When Models Reason in Your Language: Controlling Thinking Language Comes at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5292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사용자 언어로 사고를 강제하면 언어일치율 46%→98%, 그러나 정확도 26%→17%.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61518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XReasoning 벤치마크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85292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arxiv.org/abs/2505.22888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4553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25526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6382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Language Matters: How Do Multilingual Input and Reasoning Paths Affect Large…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0156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영어는 reasoning hub. DeepSeek-R1-Distill-Llama-8B 영어 사고 시 평균 +26.8%.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1638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015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arxiv.org/abs/2505.17407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80390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1246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RouteLLM: Learning to Route LLMs with Preference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95020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강·약 모델 라우팅으로 품질 유지하며 비용 2배 이상 절감. 오픈소스 프레임워크 공개.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71246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Ong 외 7인 (UC Berkeley · Anyscale) · ICLR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95020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arxiv.org/abs/2406.18665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4281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435254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6110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LLMLingua: Compressing Prompts for Accelerated Inference of Large Language M…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9884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최대 20× 압축에 성능 손실 1.5점. 후속작 LongLLMLingua는 arxiv.org/abs/2310.06839.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26110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Jiang, Wu, Lin, Yang, Qiu (Microsoft Research) · EMNLP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49884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arxiv.org/abs/2310.05736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90118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80974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LLMLingua-2: Data Distillation for Efficient and Faithful Task-Agnostic Prom…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4748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2~5× 압축을 3~6배 빠르게. 실무에서 쓰기 좋은 경량 버전.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80974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Pan, Wu, Jiang 외 (Microsoft Research) · ACL 2024 Findings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0474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arxiv.org/abs/2403.12968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340096"/>
            <a:ext cx="10881360" cy="53035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5449823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35838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GPT Semantic Cache: Reducing LLM Costs and Latency via Semantic Embedding Ca…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59612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API 호출 최대 68.8% 감소, 히트율 61.6~68.8%, positive hit rate 97%+.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35838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Regmi, Pun ·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559612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arxiv.org/abs/2411.05276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5998464"/>
            <a:ext cx="64008" cy="6400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907024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Lost in the Middle: How Language Models Use Long Contexts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6144768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핵심 정보가 컨텍스트 중간에 있으면 성능 급락(U자 곡선). 앞·뒤에 배치할 것.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9070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Liu 외 6인 (Stanford) · TACL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61447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arxiv.org/abs/2307.03172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근거 및 검증 자료 (2/2) — 벤더 문서 · 자체 실측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19655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19655"/>
            <a:ext cx="41148" cy="5486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1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token-cost-lab — 본 발표의 자체 실측 코드 (exp01~exp09 + tools/)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tiktoken o200k_base · cl100k_base, 한·영 6문장쌍, 단가 시뮬레이션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github.com/giyeop-cody/token-cost-lab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86584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— Prompt caching / Message Batches API 공식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2432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읽기 0.1× (90% 할인), 쓰기 1.25×(5분)·2×(1시간), 최소 1,024토큰. 배치 50% 할인·최대 24시간·10만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2432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docs.anthropic.com/en/docs/build-with-claude/prompt-caching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53512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53512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900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 — Prompt caching / Batch API 공식 문서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19125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자동 프리픽스 캐싱(1,024토큰 이상), 배치 50% 할인·24시간 SLA·배치당 5만 요청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9125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platform.openai.com/docs/guides/prompt-caching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20439"/>
            <a:ext cx="41148" cy="54864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57015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Google — Gemini context caching 문서 (implicit / explicit)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58183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읽기 약 75% 할인. DeepSeek도 자동 캐싱으로 0.1×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58183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ai.google.dev/gemini-api/docs/caching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87368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087368"/>
            <a:ext cx="41148" cy="54864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2394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Engineering — “Effective context engineering for AI agents” (2025.09)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325112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context rot·attention budget 개념, 컴팩션·구조적 노트·서브에이전트(요약 1,000~2,000토큰) 전략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251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anthropic.com/engineering/effective-context-engineering-for-ai-agents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654296"/>
            <a:ext cx="41148" cy="54864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90872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Engineering — “How we built our multi-agent research system” (2025)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92040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에이전트는 챗 대비 약 4배, 멀티에이전트는 약 15배 토큰 소모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9204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anthropic.com/engineering/multi-agent-research-system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221224"/>
            <a:ext cx="10881360" cy="54864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221224"/>
            <a:ext cx="41148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257800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Spec-Kit vs OpenSpec 토큰 벤치마크 (2026) / ETH Zurich 컨텍스트 파일 연구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45896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Spec-Kit이 OpenSpec 대비 토큰 +97~109%. LLM 생성 컨텍스트 파일은 성공률 소폭 하락 + 비용 20%+ 증가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589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SDD 반증 근거 — 슬라이드 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788152"/>
            <a:ext cx="41148" cy="548640"/>
          </a:xfrm>
          <a:prstGeom prst="rect">
            <a:avLst/>
          </a:prstGeom>
          <a:solidFill>
            <a:srgbClr val="93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82472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2026 LLM 가격 비교 자료 및 각 벤더 공식 가격 페이지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602589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출력/입력 단가 배수 2~8× 확인. 단가는 수시 변동하므로 인용 시 확인 날짜 병기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258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anthropic.com/pricing · openai.com/api/pricing · ai.google.dev/pricing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00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※ 가격·모델 라인업은 수시로 변동합니다. 발표 직전 각 벤더 가격 페이지를 재확인하세요.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Q &amp; A  · 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오늘 나온 모든 수치는 리포에서 직접 돌려볼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040880" cy="21031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0292" cy="21031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569463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token-cost-lab — 무엇이 들어 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108960"/>
            <a:ext cx="64922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exp01~09  ·  원칙별 재현 스크립트 (실호출 없음, 무료)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tools/     ·  라이브 벤치 · 통계 검정 · 사고 예산 스윕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results/   ·  실측 원자료 JSONL 110행 + 검정 출력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demo/      ·  페르소나 A/B 토큰 비교 + 메모장 산출물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53712"/>
            <a:ext cx="7040880" cy="786384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45152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6D399"/>
                </a:solidFill>
                <a:latin typeface="Consolas"/>
                <a:ea typeface="Consolas"/>
                <a:cs typeface="Consolas"/>
              </a:rPr>
              <a:t>$ git clone https://github.com/giyeop-cody/token-cost-lab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93A4B5"/>
                </a:solidFill>
                <a:latin typeface="Consolas"/>
                <a:ea typeface="Consolas"/>
                <a:cs typeface="Consolas"/>
              </a:rPr>
              <a:t>$ pip install -r requirements.txt &amp;&amp; python run_all.py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9368" y="2414016"/>
            <a:ext cx="2295144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487168"/>
            <a:ext cx="214884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482803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스캔하면 바로 리포로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10235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9CFF"/>
                </a:solidFill>
                <a:latin typeface="Consolas"/>
                <a:ea typeface="Consolas"/>
                <a:cs typeface="Consolas"/>
              </a:rPr>
              <a:t>github.com/giyeop-cody/token-cost-lab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"우리 모델에도 같은 배수가 나오나요?"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468112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exp01을 자기 모델 토크나이저로 재실행. 배수는 다르지만 방향은 같다.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15584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7959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"240배는 과장 아닌가요?"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888736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gemini-25 단가 환산 기준. 실단가로는 149배. 원자료 30행 공개돼 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236208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300216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"제일 먼저 뭘 하면 되죠?"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6309360"/>
            <a:ext cx="5623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verbosity/effort. 설정 한 줄, 오늘 오후에 켤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